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1" r:id="rId9"/>
    <p:sldId id="269" r:id="rId10"/>
    <p:sldId id="270" r:id="rId11"/>
    <p:sldId id="266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FB0F7-D2FA-4393-A287-4CABFE97FE07}" type="doc">
      <dgm:prSet loTypeId="urn:microsoft.com/office/officeart/2017/3/layout/DropPinTimeline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DBBD220-D2B8-4B89-96CE-E0644A852880}">
      <dgm:prSet/>
      <dgm:spPr/>
      <dgm:t>
        <a:bodyPr/>
        <a:lstStyle/>
        <a:p>
          <a:pPr>
            <a:defRPr b="1"/>
          </a:pPr>
          <a:r>
            <a:rPr lang="en-US"/>
            <a:t>June 2023</a:t>
          </a:r>
        </a:p>
      </dgm:t>
    </dgm:pt>
    <dgm:pt modelId="{8BBA6358-F3E6-43DE-83C1-20A1D97BAC65}" type="parTrans" cxnId="{75A69BAC-1D1F-4211-8A44-2EC5CBC96D2E}">
      <dgm:prSet/>
      <dgm:spPr/>
      <dgm:t>
        <a:bodyPr/>
        <a:lstStyle/>
        <a:p>
          <a:endParaRPr lang="en-US"/>
        </a:p>
      </dgm:t>
    </dgm:pt>
    <dgm:pt modelId="{CE18BF8C-F0A4-438B-86E5-718BEFEF16CB}" type="sibTrans" cxnId="{75A69BAC-1D1F-4211-8A44-2EC5CBC96D2E}">
      <dgm:prSet/>
      <dgm:spPr/>
      <dgm:t>
        <a:bodyPr/>
        <a:lstStyle/>
        <a:p>
          <a:endParaRPr lang="en-US"/>
        </a:p>
      </dgm:t>
    </dgm:pt>
    <dgm:pt modelId="{DB1061C7-5159-41D2-99A9-D997D763E345}">
      <dgm:prSet/>
      <dgm:spPr/>
      <dgm:t>
        <a:bodyPr/>
        <a:lstStyle/>
        <a:p>
          <a:r>
            <a:rPr lang="en-US"/>
            <a:t>Para que sirven las matematicas?</a:t>
          </a:r>
        </a:p>
      </dgm:t>
    </dgm:pt>
    <dgm:pt modelId="{A370CF98-3F29-476F-98BE-F9C10F34ABA6}" type="parTrans" cxnId="{0E55358B-BD68-4FBC-881F-A4D4CB5B0C9E}">
      <dgm:prSet/>
      <dgm:spPr/>
      <dgm:t>
        <a:bodyPr/>
        <a:lstStyle/>
        <a:p>
          <a:endParaRPr lang="en-US"/>
        </a:p>
      </dgm:t>
    </dgm:pt>
    <dgm:pt modelId="{4516F12B-49DD-4CD6-A6F9-601BC133E3BD}" type="sibTrans" cxnId="{0E55358B-BD68-4FBC-881F-A4D4CB5B0C9E}">
      <dgm:prSet/>
      <dgm:spPr/>
      <dgm:t>
        <a:bodyPr/>
        <a:lstStyle/>
        <a:p>
          <a:endParaRPr lang="en-US"/>
        </a:p>
      </dgm:t>
    </dgm:pt>
    <dgm:pt modelId="{3A248AF1-62FB-4334-B352-0B187203E44D}">
      <dgm:prSet/>
      <dgm:spPr/>
      <dgm:t>
        <a:bodyPr/>
        <a:lstStyle/>
        <a:p>
          <a:pPr>
            <a:defRPr b="1"/>
          </a:pPr>
          <a:r>
            <a:rPr lang="en-US"/>
            <a:t>Apr. 2024</a:t>
          </a:r>
        </a:p>
      </dgm:t>
    </dgm:pt>
    <dgm:pt modelId="{69F4C642-08A5-4C40-95A0-0B01C667A41D}" type="parTrans" cxnId="{0D51ED46-2466-4882-9EE4-32BC168E9134}">
      <dgm:prSet/>
      <dgm:spPr/>
      <dgm:t>
        <a:bodyPr/>
        <a:lstStyle/>
        <a:p>
          <a:endParaRPr lang="en-US"/>
        </a:p>
      </dgm:t>
    </dgm:pt>
    <dgm:pt modelId="{A38F550C-E6C6-4EE3-846D-FC68DDE8719F}" type="sibTrans" cxnId="{0D51ED46-2466-4882-9EE4-32BC168E9134}">
      <dgm:prSet/>
      <dgm:spPr/>
      <dgm:t>
        <a:bodyPr/>
        <a:lstStyle/>
        <a:p>
          <a:endParaRPr lang="en-US"/>
        </a:p>
      </dgm:t>
    </dgm:pt>
    <dgm:pt modelId="{E78FF6E5-EDFE-476F-95E8-227E7B627F30}">
      <dgm:prSet/>
      <dgm:spPr/>
      <dgm:t>
        <a:bodyPr/>
        <a:lstStyle/>
        <a:p>
          <a:r>
            <a:rPr lang="en-US"/>
            <a:t>Para que sirven las matematicas? Vista general a las aplicaciones de ingenieria.</a:t>
          </a:r>
        </a:p>
      </dgm:t>
    </dgm:pt>
    <dgm:pt modelId="{E779CE18-1AA2-4758-84D8-C62237DB1FB0}" type="parTrans" cxnId="{4E3D02DC-53CE-4E6E-9FC7-A731DE20AF5B}">
      <dgm:prSet/>
      <dgm:spPr/>
      <dgm:t>
        <a:bodyPr/>
        <a:lstStyle/>
        <a:p>
          <a:endParaRPr lang="en-US"/>
        </a:p>
      </dgm:t>
    </dgm:pt>
    <dgm:pt modelId="{41A64D59-CBC1-493F-B089-FB6DDE69DA4B}" type="sibTrans" cxnId="{4E3D02DC-53CE-4E6E-9FC7-A731DE20AF5B}">
      <dgm:prSet/>
      <dgm:spPr/>
      <dgm:t>
        <a:bodyPr/>
        <a:lstStyle/>
        <a:p>
          <a:endParaRPr lang="en-US"/>
        </a:p>
      </dgm:t>
    </dgm:pt>
    <dgm:pt modelId="{30A00CCD-0129-4F6B-B906-7D3141487C20}">
      <dgm:prSet/>
      <dgm:spPr/>
      <dgm:t>
        <a:bodyPr/>
        <a:lstStyle/>
        <a:p>
          <a:pPr>
            <a:defRPr b="1"/>
          </a:pPr>
          <a:r>
            <a:rPr lang="en-US"/>
            <a:t>2024</a:t>
          </a:r>
        </a:p>
      </dgm:t>
    </dgm:pt>
    <dgm:pt modelId="{40DDC1EF-F6E8-494A-8D6B-BEF2B4DA11D0}" type="parTrans" cxnId="{4769B29D-74CA-4211-9E08-DEF0791FA5FA}">
      <dgm:prSet/>
      <dgm:spPr/>
      <dgm:t>
        <a:bodyPr/>
        <a:lstStyle/>
        <a:p>
          <a:endParaRPr lang="en-US"/>
        </a:p>
      </dgm:t>
    </dgm:pt>
    <dgm:pt modelId="{41756658-723D-4BA2-8A10-CB2BD34A8A4B}" type="sibTrans" cxnId="{4769B29D-74CA-4211-9E08-DEF0791FA5FA}">
      <dgm:prSet/>
      <dgm:spPr/>
      <dgm:t>
        <a:bodyPr/>
        <a:lstStyle/>
        <a:p>
          <a:endParaRPr lang="en-US"/>
        </a:p>
      </dgm:t>
    </dgm:pt>
    <dgm:pt modelId="{D6360526-63A2-406B-83AD-05E055D699D8}">
      <dgm:prSet/>
      <dgm:spPr/>
      <dgm:t>
        <a:bodyPr/>
        <a:lstStyle/>
        <a:p>
          <a:r>
            <a:rPr lang="en-US"/>
            <a:t>Agosto 2024</a:t>
          </a:r>
        </a:p>
      </dgm:t>
    </dgm:pt>
    <dgm:pt modelId="{7DB50879-27F4-4169-86B5-96CD82C24442}" type="parTrans" cxnId="{1E466970-9984-4A52-9712-33C0989165CC}">
      <dgm:prSet/>
      <dgm:spPr/>
      <dgm:t>
        <a:bodyPr/>
        <a:lstStyle/>
        <a:p>
          <a:endParaRPr lang="en-US"/>
        </a:p>
      </dgm:t>
    </dgm:pt>
    <dgm:pt modelId="{75B72B2E-3965-4ED8-A394-3C49C06462B3}" type="sibTrans" cxnId="{1E466970-9984-4A52-9712-33C0989165CC}">
      <dgm:prSet/>
      <dgm:spPr/>
      <dgm:t>
        <a:bodyPr/>
        <a:lstStyle/>
        <a:p>
          <a:endParaRPr lang="en-US"/>
        </a:p>
      </dgm:t>
    </dgm:pt>
    <dgm:pt modelId="{FEEE093D-5235-4FA3-B211-8573164EB764}">
      <dgm:prSet/>
      <dgm:spPr/>
      <dgm:t>
        <a:bodyPr/>
        <a:lstStyle/>
        <a:p>
          <a:r>
            <a:rPr lang="en-US"/>
            <a:t>Python y POO</a:t>
          </a:r>
        </a:p>
      </dgm:t>
    </dgm:pt>
    <dgm:pt modelId="{DC649E9E-0A52-4AD9-B9AD-D14DB1BC9486}" type="parTrans" cxnId="{D0DBC6A5-1914-4228-AE64-4AF1FC56028C}">
      <dgm:prSet/>
      <dgm:spPr/>
      <dgm:t>
        <a:bodyPr/>
        <a:lstStyle/>
        <a:p>
          <a:endParaRPr lang="en-US"/>
        </a:p>
      </dgm:t>
    </dgm:pt>
    <dgm:pt modelId="{60130BD6-BD62-46A1-8458-32E31A2395DC}" type="sibTrans" cxnId="{D0DBC6A5-1914-4228-AE64-4AF1FC56028C}">
      <dgm:prSet/>
      <dgm:spPr/>
      <dgm:t>
        <a:bodyPr/>
        <a:lstStyle/>
        <a:p>
          <a:endParaRPr lang="en-US"/>
        </a:p>
      </dgm:t>
    </dgm:pt>
    <dgm:pt modelId="{EFE7B72E-67A7-4876-9A4F-141A9E8FD819}">
      <dgm:prSet/>
      <dgm:spPr/>
      <dgm:t>
        <a:bodyPr/>
        <a:lstStyle/>
        <a:p>
          <a:pPr>
            <a:defRPr b="1"/>
          </a:pPr>
          <a:r>
            <a:rPr lang="en-US"/>
            <a:t>2024</a:t>
          </a:r>
        </a:p>
      </dgm:t>
    </dgm:pt>
    <dgm:pt modelId="{759EDABF-F54F-49DD-80DA-1F7357519AA4}" type="parTrans" cxnId="{8A9E8416-C9A7-4C30-A6D4-79EAF96523C8}">
      <dgm:prSet/>
      <dgm:spPr/>
      <dgm:t>
        <a:bodyPr/>
        <a:lstStyle/>
        <a:p>
          <a:endParaRPr lang="en-US"/>
        </a:p>
      </dgm:t>
    </dgm:pt>
    <dgm:pt modelId="{B7FC6DEC-BE4D-44DB-8A34-22DE00600B80}" type="sibTrans" cxnId="{8A9E8416-C9A7-4C30-A6D4-79EAF96523C8}">
      <dgm:prSet/>
      <dgm:spPr/>
      <dgm:t>
        <a:bodyPr/>
        <a:lstStyle/>
        <a:p>
          <a:endParaRPr lang="en-US"/>
        </a:p>
      </dgm:t>
    </dgm:pt>
    <dgm:pt modelId="{1E35F352-73F3-45D6-9648-4C7D179D167B}">
      <dgm:prSet/>
      <dgm:spPr/>
      <dgm:t>
        <a:bodyPr/>
        <a:lstStyle/>
        <a:p>
          <a:r>
            <a:rPr lang="en-US"/>
            <a:t>Noviembre 2024</a:t>
          </a:r>
        </a:p>
      </dgm:t>
    </dgm:pt>
    <dgm:pt modelId="{A1393371-364D-4C5F-8D2A-D8F355041473}" type="parTrans" cxnId="{62814931-0A53-455B-9BEA-A5155A69BB03}">
      <dgm:prSet/>
      <dgm:spPr/>
      <dgm:t>
        <a:bodyPr/>
        <a:lstStyle/>
        <a:p>
          <a:endParaRPr lang="en-US"/>
        </a:p>
      </dgm:t>
    </dgm:pt>
    <dgm:pt modelId="{D85CF948-7963-42C9-8BAB-70EF97CF5E0D}" type="sibTrans" cxnId="{62814931-0A53-455B-9BEA-A5155A69BB03}">
      <dgm:prSet/>
      <dgm:spPr/>
      <dgm:t>
        <a:bodyPr/>
        <a:lstStyle/>
        <a:p>
          <a:endParaRPr lang="en-US"/>
        </a:p>
      </dgm:t>
    </dgm:pt>
    <dgm:pt modelId="{EEE4A6FF-09F4-4758-94D0-6199B05749EA}">
      <dgm:prSet/>
      <dgm:spPr/>
      <dgm:t>
        <a:bodyPr/>
        <a:lstStyle/>
        <a:p>
          <a:r>
            <a:rPr lang="en-US" dirty="0"/>
            <a:t>MakeX 2024 – Cuarto </a:t>
          </a:r>
          <a:r>
            <a:rPr lang="en-US" dirty="0" err="1"/>
            <a:t>lugar</a:t>
          </a:r>
          <a:r>
            <a:rPr lang="en-US" dirty="0"/>
            <a:t> Nacional (Nivel </a:t>
          </a:r>
          <a:r>
            <a:rPr lang="en-US" dirty="0" err="1"/>
            <a:t>secundaria</a:t>
          </a:r>
          <a:r>
            <a:rPr lang="en-US" dirty="0"/>
            <a:t> – </a:t>
          </a:r>
          <a:r>
            <a:rPr lang="en-US" dirty="0" err="1"/>
            <a:t>Robotica</a:t>
          </a:r>
          <a:r>
            <a:rPr lang="en-US" dirty="0"/>
            <a:t> de </a:t>
          </a:r>
          <a:r>
            <a:rPr lang="en-US" dirty="0" err="1"/>
            <a:t>rescate</a:t>
          </a:r>
          <a:r>
            <a:rPr lang="en-US" dirty="0"/>
            <a:t>)</a:t>
          </a:r>
        </a:p>
      </dgm:t>
    </dgm:pt>
    <dgm:pt modelId="{37C2A8AF-7547-4DE2-90BE-C8A3A2D7B806}" type="parTrans" cxnId="{13D6D634-6B94-4FCC-BB6D-4DF00908F3D9}">
      <dgm:prSet/>
      <dgm:spPr/>
      <dgm:t>
        <a:bodyPr/>
        <a:lstStyle/>
        <a:p>
          <a:endParaRPr lang="en-US"/>
        </a:p>
      </dgm:t>
    </dgm:pt>
    <dgm:pt modelId="{DDD1B50F-C48C-457D-B4AC-A9D2D0933351}" type="sibTrans" cxnId="{13D6D634-6B94-4FCC-BB6D-4DF00908F3D9}">
      <dgm:prSet/>
      <dgm:spPr/>
      <dgm:t>
        <a:bodyPr/>
        <a:lstStyle/>
        <a:p>
          <a:endParaRPr lang="en-US"/>
        </a:p>
      </dgm:t>
    </dgm:pt>
    <dgm:pt modelId="{D27B4C37-1521-4594-A457-547F9D52F289}">
      <dgm:prSet/>
      <dgm:spPr/>
      <dgm:t>
        <a:bodyPr/>
        <a:lstStyle/>
        <a:p>
          <a:pPr>
            <a:defRPr b="1"/>
          </a:pPr>
          <a:r>
            <a:rPr lang="en-US"/>
            <a:t>2025</a:t>
          </a:r>
        </a:p>
      </dgm:t>
    </dgm:pt>
    <dgm:pt modelId="{5F4F137B-D641-4CF1-9E9B-794C669F864F}" type="parTrans" cxnId="{1CC6A38C-CE97-4B05-B8FC-8DD664FF1F2E}">
      <dgm:prSet/>
      <dgm:spPr/>
      <dgm:t>
        <a:bodyPr/>
        <a:lstStyle/>
        <a:p>
          <a:endParaRPr lang="en-US"/>
        </a:p>
      </dgm:t>
    </dgm:pt>
    <dgm:pt modelId="{B143CEE2-C743-40B0-9980-DB77C80B0D2A}" type="sibTrans" cxnId="{1CC6A38C-CE97-4B05-B8FC-8DD664FF1F2E}">
      <dgm:prSet/>
      <dgm:spPr/>
      <dgm:t>
        <a:bodyPr/>
        <a:lstStyle/>
        <a:p>
          <a:endParaRPr lang="en-US"/>
        </a:p>
      </dgm:t>
    </dgm:pt>
    <dgm:pt modelId="{80D54E29-A992-4F67-9E01-F04687D701A1}">
      <dgm:prSet/>
      <dgm:spPr/>
      <dgm:t>
        <a:bodyPr/>
        <a:lstStyle/>
        <a:p>
          <a:r>
            <a:rPr lang="en-US" sz="1000" dirty="0"/>
            <a:t>Mayo 2025</a:t>
          </a:r>
        </a:p>
      </dgm:t>
    </dgm:pt>
    <dgm:pt modelId="{F1B8B99B-89C6-4825-8259-179D6B677530}" type="parTrans" cxnId="{D0A7B2B3-95ED-4A21-90DB-789D3EEB796C}">
      <dgm:prSet/>
      <dgm:spPr/>
      <dgm:t>
        <a:bodyPr/>
        <a:lstStyle/>
        <a:p>
          <a:endParaRPr lang="en-US"/>
        </a:p>
      </dgm:t>
    </dgm:pt>
    <dgm:pt modelId="{5DFB0BB0-B7A5-41E8-AA57-E5F8DE7FF5E0}" type="sibTrans" cxnId="{D0A7B2B3-95ED-4A21-90DB-789D3EEB796C}">
      <dgm:prSet/>
      <dgm:spPr/>
      <dgm:t>
        <a:bodyPr/>
        <a:lstStyle/>
        <a:p>
          <a:endParaRPr lang="en-US"/>
        </a:p>
      </dgm:t>
    </dgm:pt>
    <dgm:pt modelId="{DEB12167-D446-4EA0-8ADD-396C62B24E94}">
      <dgm:prSet custT="1"/>
      <dgm:spPr/>
      <dgm:t>
        <a:bodyPr/>
        <a:lstStyle/>
        <a:p>
          <a:r>
            <a:rPr lang="en-US" sz="800" dirty="0"/>
            <a:t>MakeX 2025 – 1o, 2do y 3er </a:t>
          </a:r>
          <a:r>
            <a:rPr lang="en-US" sz="800" dirty="0" err="1"/>
            <a:t>lugar</a:t>
          </a:r>
          <a:r>
            <a:rPr lang="en-US" sz="800" dirty="0"/>
            <a:t> Nacional y</a:t>
          </a:r>
        </a:p>
      </dgm:t>
    </dgm:pt>
    <dgm:pt modelId="{4CD53862-C996-4695-B73F-5FF25CF8F434}" type="parTrans" cxnId="{4ECDF4C8-A030-4F88-ABCE-2234760E0B6D}">
      <dgm:prSet/>
      <dgm:spPr/>
      <dgm:t>
        <a:bodyPr/>
        <a:lstStyle/>
        <a:p>
          <a:endParaRPr lang="en-US"/>
        </a:p>
      </dgm:t>
    </dgm:pt>
    <dgm:pt modelId="{D6A229D8-F393-4602-AFA2-1EDBCBC23E1D}" type="sibTrans" cxnId="{4ECDF4C8-A030-4F88-ABCE-2234760E0B6D}">
      <dgm:prSet/>
      <dgm:spPr/>
      <dgm:t>
        <a:bodyPr/>
        <a:lstStyle/>
        <a:p>
          <a:endParaRPr lang="en-US"/>
        </a:p>
      </dgm:t>
    </dgm:pt>
    <dgm:pt modelId="{FD5D6AA2-3A24-45CD-9175-3E1E905A2362}">
      <dgm:prSet/>
      <dgm:spPr/>
      <dgm:t>
        <a:bodyPr/>
        <a:lstStyle/>
        <a:p>
          <a:pPr>
            <a:defRPr b="1"/>
          </a:pPr>
          <a:r>
            <a:rPr lang="en-US"/>
            <a:t>2025</a:t>
          </a:r>
        </a:p>
      </dgm:t>
    </dgm:pt>
    <dgm:pt modelId="{99D1D5D7-3D9E-4F42-9E37-B95A531DCDF7}" type="parTrans" cxnId="{E296FDF4-F2EC-471C-9C53-06AA6C53DCC1}">
      <dgm:prSet/>
      <dgm:spPr/>
      <dgm:t>
        <a:bodyPr/>
        <a:lstStyle/>
        <a:p>
          <a:endParaRPr lang="en-US"/>
        </a:p>
      </dgm:t>
    </dgm:pt>
    <dgm:pt modelId="{879ECB62-C25F-4672-B33E-3B2B00DBE5D6}" type="sibTrans" cxnId="{E296FDF4-F2EC-471C-9C53-06AA6C53DCC1}">
      <dgm:prSet/>
      <dgm:spPr/>
      <dgm:t>
        <a:bodyPr/>
        <a:lstStyle/>
        <a:p>
          <a:endParaRPr lang="en-US"/>
        </a:p>
      </dgm:t>
    </dgm:pt>
    <dgm:pt modelId="{A0516BD7-84F0-474C-8359-7482C80AC5F3}">
      <dgm:prSet/>
      <dgm:spPr/>
      <dgm:t>
        <a:bodyPr/>
        <a:lstStyle/>
        <a:p>
          <a:r>
            <a:rPr lang="en-US" dirty="0" err="1"/>
            <a:t>Noviembre</a:t>
          </a:r>
          <a:r>
            <a:rPr lang="en-US" dirty="0"/>
            <a:t> 2025</a:t>
          </a:r>
        </a:p>
      </dgm:t>
    </dgm:pt>
    <dgm:pt modelId="{5E3BD586-15A3-4654-9046-80DD0A7ED02A}" type="parTrans" cxnId="{B51AE5FD-13A9-4995-A864-635E9AC78889}">
      <dgm:prSet/>
      <dgm:spPr/>
      <dgm:t>
        <a:bodyPr/>
        <a:lstStyle/>
        <a:p>
          <a:endParaRPr lang="en-US"/>
        </a:p>
      </dgm:t>
    </dgm:pt>
    <dgm:pt modelId="{0B2D78A9-1D16-4E9B-87B3-AE7E372B389A}" type="sibTrans" cxnId="{B51AE5FD-13A9-4995-A864-635E9AC78889}">
      <dgm:prSet/>
      <dgm:spPr/>
      <dgm:t>
        <a:bodyPr/>
        <a:lstStyle/>
        <a:p>
          <a:endParaRPr lang="en-US"/>
        </a:p>
      </dgm:t>
    </dgm:pt>
    <dgm:pt modelId="{B52EA770-6F90-4A06-A1ED-4547E108FDF0}">
      <dgm:prSet/>
      <dgm:spPr/>
      <dgm:t>
        <a:bodyPr/>
        <a:lstStyle/>
        <a:p>
          <a:r>
            <a:rPr lang="en-US" dirty="0"/>
            <a:t>MakeX 2025 – Ultimate </a:t>
          </a:r>
          <a:r>
            <a:rPr lang="en-US" dirty="0" err="1"/>
            <a:t>Challengue</a:t>
          </a:r>
          <a:r>
            <a:rPr lang="en-US" dirty="0"/>
            <a:t> (</a:t>
          </a:r>
          <a:r>
            <a:rPr lang="en-US" dirty="0" err="1"/>
            <a:t>Bachillerato</a:t>
          </a:r>
          <a:r>
            <a:rPr lang="en-US" dirty="0"/>
            <a:t>/Universidad)</a:t>
          </a:r>
        </a:p>
      </dgm:t>
    </dgm:pt>
    <dgm:pt modelId="{70A52630-D93E-4DBF-A23F-63134228A1EC}" type="parTrans" cxnId="{75D3D7F4-CB50-4A8B-AE01-578ACEA7FB84}">
      <dgm:prSet/>
      <dgm:spPr/>
      <dgm:t>
        <a:bodyPr/>
        <a:lstStyle/>
        <a:p>
          <a:endParaRPr lang="en-US"/>
        </a:p>
      </dgm:t>
    </dgm:pt>
    <dgm:pt modelId="{D2C3CFC6-652A-455A-9596-6CE4B059AC3E}" type="sibTrans" cxnId="{75D3D7F4-CB50-4A8B-AE01-578ACEA7FB84}">
      <dgm:prSet/>
      <dgm:spPr/>
      <dgm:t>
        <a:bodyPr/>
        <a:lstStyle/>
        <a:p>
          <a:endParaRPr lang="en-US"/>
        </a:p>
      </dgm:t>
    </dgm:pt>
    <dgm:pt modelId="{BCBC2492-2ED6-4D70-AED8-33097105A73B}">
      <dgm:prSet phldrT="[Text]" phldr="0"/>
      <dgm:spPr/>
      <dgm:t>
        <a:bodyPr/>
        <a:lstStyle/>
        <a:p>
          <a:pPr>
            <a:defRPr b="1"/>
          </a:pPr>
          <a:r>
            <a:rPr lang="en-US" dirty="0"/>
            <a:t>2026</a:t>
          </a:r>
        </a:p>
        <a:p>
          <a:pPr>
            <a:defRPr b="1"/>
          </a:pPr>
          <a:endParaRPr lang="en-US" dirty="0"/>
        </a:p>
      </dgm:t>
    </dgm:pt>
    <dgm:pt modelId="{4B961DAB-FEC5-4CB5-9DC1-AE0F2E64FB53}" type="parTrans" cxnId="{576DDD94-82C0-47FB-9283-34DC67A1196F}">
      <dgm:prSet/>
      <dgm:spPr/>
      <dgm:t>
        <a:bodyPr/>
        <a:lstStyle/>
        <a:p>
          <a:endParaRPr lang="en-US"/>
        </a:p>
      </dgm:t>
    </dgm:pt>
    <dgm:pt modelId="{193C09D9-AD99-44B5-BA63-EB321F07DE19}" type="sibTrans" cxnId="{576DDD94-82C0-47FB-9283-34DC67A1196F}">
      <dgm:prSet/>
      <dgm:spPr/>
      <dgm:t>
        <a:bodyPr/>
        <a:lstStyle/>
        <a:p>
          <a:endParaRPr lang="en-US"/>
        </a:p>
      </dgm:t>
    </dgm:pt>
    <dgm:pt modelId="{AA142A14-47E7-4213-9BA2-84CD6551FFE9}">
      <dgm:prSet custT="1"/>
      <dgm:spPr/>
      <dgm:t>
        <a:bodyPr/>
        <a:lstStyle/>
        <a:p>
          <a:r>
            <a:rPr lang="en-US" sz="800" dirty="0" err="1"/>
            <a:t>obteniendo</a:t>
          </a:r>
          <a:r>
            <a:rPr lang="en-US" sz="800" dirty="0"/>
            <a:t> </a:t>
          </a:r>
          <a:r>
            <a:rPr lang="en-US" sz="800" dirty="0" err="1"/>
            <a:t>pases</a:t>
          </a:r>
          <a:r>
            <a:rPr lang="en-US" sz="800" dirty="0"/>
            <a:t> para </a:t>
          </a:r>
          <a:r>
            <a:rPr lang="en-US" sz="800" dirty="0" err="1"/>
            <a:t>competencias</a:t>
          </a:r>
          <a:endParaRPr lang="en-US" sz="800" dirty="0"/>
        </a:p>
      </dgm:t>
    </dgm:pt>
    <dgm:pt modelId="{98B768F2-A1E4-4BD1-945E-EA1BFA0AC702}" type="parTrans" cxnId="{1A9B095F-6E10-49D4-A480-564E38A20C6A}">
      <dgm:prSet/>
      <dgm:spPr/>
      <dgm:t>
        <a:bodyPr/>
        <a:lstStyle/>
        <a:p>
          <a:endParaRPr lang="en-US"/>
        </a:p>
      </dgm:t>
    </dgm:pt>
    <dgm:pt modelId="{875A2497-696A-42F1-B9BE-9C36806B9448}" type="sibTrans" cxnId="{1A9B095F-6E10-49D4-A480-564E38A20C6A}">
      <dgm:prSet/>
      <dgm:spPr/>
      <dgm:t>
        <a:bodyPr/>
        <a:lstStyle/>
        <a:p>
          <a:endParaRPr lang="en-US"/>
        </a:p>
      </dgm:t>
    </dgm:pt>
    <dgm:pt modelId="{95A26F71-5ADF-4E9A-819C-DC4626C69E2C}">
      <dgm:prSet custT="1"/>
      <dgm:spPr/>
      <dgm:t>
        <a:bodyPr/>
        <a:lstStyle/>
        <a:p>
          <a:r>
            <a:rPr lang="en-US" sz="800" dirty="0" err="1"/>
            <a:t>internacionales</a:t>
          </a:r>
          <a:endParaRPr lang="en-US" sz="800" dirty="0"/>
        </a:p>
      </dgm:t>
    </dgm:pt>
    <dgm:pt modelId="{EA5625BE-ADBB-44C3-9047-6C6E32181E15}" type="parTrans" cxnId="{64BEB2F8-377D-43D1-B112-748A57E802A2}">
      <dgm:prSet/>
      <dgm:spPr/>
      <dgm:t>
        <a:bodyPr/>
        <a:lstStyle/>
        <a:p>
          <a:endParaRPr lang="en-US"/>
        </a:p>
      </dgm:t>
    </dgm:pt>
    <dgm:pt modelId="{6C40746B-2D68-4B8E-9D5B-D0CF2EA2CDA8}" type="sibTrans" cxnId="{64BEB2F8-377D-43D1-B112-748A57E802A2}">
      <dgm:prSet/>
      <dgm:spPr/>
      <dgm:t>
        <a:bodyPr/>
        <a:lstStyle/>
        <a:p>
          <a:endParaRPr lang="en-US"/>
        </a:p>
      </dgm:t>
    </dgm:pt>
    <dgm:pt modelId="{0C3E03EF-B04A-4B08-93F1-AD496CF3F9F8}">
      <dgm:prSet custT="1"/>
      <dgm:spPr/>
      <dgm:t>
        <a:bodyPr/>
        <a:lstStyle/>
        <a:p>
          <a:r>
            <a:rPr lang="en-US" sz="800" dirty="0"/>
            <a:t>(Nivel </a:t>
          </a:r>
          <a:r>
            <a:rPr lang="en-US" sz="800" dirty="0" err="1"/>
            <a:t>secundaria</a:t>
          </a:r>
          <a:r>
            <a:rPr lang="en-US" sz="800" dirty="0"/>
            <a:t>/</a:t>
          </a:r>
          <a:r>
            <a:rPr lang="en-US" sz="800" dirty="0" err="1"/>
            <a:t>bachillerato</a:t>
          </a:r>
          <a:r>
            <a:rPr lang="en-US" sz="800" dirty="0"/>
            <a:t> – </a:t>
          </a:r>
          <a:r>
            <a:rPr lang="en-US" sz="800" dirty="0" err="1"/>
            <a:t>Robotica</a:t>
          </a:r>
          <a:r>
            <a:rPr lang="en-US" sz="800" dirty="0"/>
            <a:t> de </a:t>
          </a:r>
          <a:r>
            <a:rPr lang="en-US" sz="800" dirty="0" err="1"/>
            <a:t>rescate</a:t>
          </a:r>
          <a:r>
            <a:rPr lang="en-US" sz="800" dirty="0"/>
            <a:t>)</a:t>
          </a:r>
        </a:p>
      </dgm:t>
    </dgm:pt>
    <dgm:pt modelId="{076EB90E-B8F8-4082-B026-3002156D7B80}" type="parTrans" cxnId="{2B50497C-422F-4BD9-87E0-86E2ED526BAD}">
      <dgm:prSet/>
      <dgm:spPr/>
      <dgm:t>
        <a:bodyPr/>
        <a:lstStyle/>
        <a:p>
          <a:endParaRPr lang="en-US"/>
        </a:p>
      </dgm:t>
    </dgm:pt>
    <dgm:pt modelId="{4AA5BDDD-0990-4B1A-92B0-198B79DA3373}" type="sibTrans" cxnId="{2B50497C-422F-4BD9-87E0-86E2ED526BAD}">
      <dgm:prSet/>
      <dgm:spPr/>
      <dgm:t>
        <a:bodyPr/>
        <a:lstStyle/>
        <a:p>
          <a:endParaRPr lang="en-US"/>
        </a:p>
      </dgm:t>
    </dgm:pt>
    <dgm:pt modelId="{980F18FD-C041-4A87-BAFB-F0BAB6C9D4F2}" type="pres">
      <dgm:prSet presAssocID="{154FB0F7-D2FA-4393-A287-4CABFE97FE07}" presName="root" presStyleCnt="0">
        <dgm:presLayoutVars>
          <dgm:chMax/>
          <dgm:chPref/>
          <dgm:animLvl val="lvl"/>
        </dgm:presLayoutVars>
      </dgm:prSet>
      <dgm:spPr/>
    </dgm:pt>
    <dgm:pt modelId="{2420CB09-2D81-4C21-BA5A-408AD0606B1E}" type="pres">
      <dgm:prSet presAssocID="{154FB0F7-D2FA-4393-A287-4CABFE97FE07}" presName="divider" presStyleLbl="fgAcc1" presStyleIdx="0" presStyleCnt="8" custLinFactNeighborX="882" custLinFactNeighborY="-76200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9B4E3B7-E730-4EE3-B37A-B80B15B76213}" type="pres">
      <dgm:prSet presAssocID="{154FB0F7-D2FA-4393-A287-4CABFE97FE07}" presName="nodes" presStyleCnt="0">
        <dgm:presLayoutVars>
          <dgm:chMax/>
          <dgm:chPref/>
          <dgm:animLvl val="lvl"/>
        </dgm:presLayoutVars>
      </dgm:prSet>
      <dgm:spPr/>
    </dgm:pt>
    <dgm:pt modelId="{00B902BA-C74A-461A-B90E-D2E1DCBD0B8C}" type="pres">
      <dgm:prSet presAssocID="{2DBBD220-D2B8-4B89-96CE-E0644A852880}" presName="composite" presStyleCnt="0"/>
      <dgm:spPr/>
    </dgm:pt>
    <dgm:pt modelId="{BE7D1506-8DB1-42BF-AAF2-058731E481A1}" type="pres">
      <dgm:prSet presAssocID="{2DBBD220-D2B8-4B89-96CE-E0644A852880}" presName="ConnectorPoint" presStyleLbl="lnNode1" presStyleIdx="0" presStyleCnt="7"/>
      <dgm:spPr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E0B55F4-64FA-4E20-B87C-07C65222EA81}" type="pres">
      <dgm:prSet presAssocID="{2DBBD220-D2B8-4B89-96CE-E0644A852880}" presName="DropPinPlaceHolder" presStyleCnt="0"/>
      <dgm:spPr/>
    </dgm:pt>
    <dgm:pt modelId="{BDFC520F-F904-443B-B9EA-557E3D5EE327}" type="pres">
      <dgm:prSet presAssocID="{2DBBD220-D2B8-4B89-96CE-E0644A852880}" presName="DropPin" presStyleLbl="alignNode1" presStyleIdx="0" presStyleCnt="7"/>
      <dgm:spPr/>
    </dgm:pt>
    <dgm:pt modelId="{C5081567-6E1F-4B34-96D4-8E992713E069}" type="pres">
      <dgm:prSet presAssocID="{2DBBD220-D2B8-4B89-96CE-E0644A852880}" presName="Ellipse" presStyleLbl="fgAcc1" presStyleIdx="1" presStyleCnt="8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2C70FE2-480D-4A8F-A764-FBED8C032DD0}" type="pres">
      <dgm:prSet presAssocID="{2DBBD220-D2B8-4B89-96CE-E0644A852880}" presName="L2TextContainer" presStyleLbl="revTx" presStyleIdx="0" presStyleCnt="14">
        <dgm:presLayoutVars>
          <dgm:bulletEnabled val="1"/>
        </dgm:presLayoutVars>
      </dgm:prSet>
      <dgm:spPr/>
    </dgm:pt>
    <dgm:pt modelId="{47D34C1B-356E-4346-A6D9-CF8689B1C65C}" type="pres">
      <dgm:prSet presAssocID="{2DBBD220-D2B8-4B89-96CE-E0644A852880}" presName="L1TextContainer" presStyleLbl="revTx" presStyleIdx="1" presStyleCnt="14">
        <dgm:presLayoutVars>
          <dgm:chMax val="1"/>
          <dgm:chPref val="1"/>
          <dgm:bulletEnabled val="1"/>
        </dgm:presLayoutVars>
      </dgm:prSet>
      <dgm:spPr/>
    </dgm:pt>
    <dgm:pt modelId="{19EDF79B-C2C7-4121-8195-EE5055FF081B}" type="pres">
      <dgm:prSet presAssocID="{2DBBD220-D2B8-4B89-96CE-E0644A852880}" presName="ConnectLine" presStyleLbl="sibTrans1D1" presStyleIdx="0" presStyleCnt="7"/>
      <dgm:spPr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7C35C1F2-C22E-44F2-B1EC-FAE0DB3C570C}" type="pres">
      <dgm:prSet presAssocID="{2DBBD220-D2B8-4B89-96CE-E0644A852880}" presName="EmptyPlaceHolder" presStyleCnt="0"/>
      <dgm:spPr/>
    </dgm:pt>
    <dgm:pt modelId="{C28AB363-1FE8-434F-A901-4B7039456AD2}" type="pres">
      <dgm:prSet presAssocID="{CE18BF8C-F0A4-438B-86E5-718BEFEF16CB}" presName="spaceBetweenRectangles" presStyleCnt="0"/>
      <dgm:spPr/>
    </dgm:pt>
    <dgm:pt modelId="{27C858C6-BA82-46A5-9A2C-FB94E411CC71}" type="pres">
      <dgm:prSet presAssocID="{3A248AF1-62FB-4334-B352-0B187203E44D}" presName="composite" presStyleCnt="0"/>
      <dgm:spPr/>
    </dgm:pt>
    <dgm:pt modelId="{A191F0CB-EE1E-4A73-B4BD-142F2F00DA1F}" type="pres">
      <dgm:prSet presAssocID="{3A248AF1-62FB-4334-B352-0B187203E44D}" presName="ConnectorPoint" presStyleLbl="lnNode1" presStyleIdx="1" presStyleCnt="7"/>
      <dgm:spPr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B7386FD-0CFD-42A1-A9C3-5B47FFE422C9}" type="pres">
      <dgm:prSet presAssocID="{3A248AF1-62FB-4334-B352-0B187203E44D}" presName="DropPinPlaceHolder" presStyleCnt="0"/>
      <dgm:spPr/>
    </dgm:pt>
    <dgm:pt modelId="{C1F4734A-7C12-40C2-BC29-537B4ED1C405}" type="pres">
      <dgm:prSet presAssocID="{3A248AF1-62FB-4334-B352-0B187203E44D}" presName="DropPin" presStyleLbl="alignNode1" presStyleIdx="1" presStyleCnt="7"/>
      <dgm:spPr/>
    </dgm:pt>
    <dgm:pt modelId="{7CFD3F5D-13DC-4AAE-8480-8484AF41638E}" type="pres">
      <dgm:prSet presAssocID="{3A248AF1-62FB-4334-B352-0B187203E44D}" presName="Ellipse" presStyleLbl="fgAcc1" presStyleIdx="2" presStyleCnt="8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A561E093-2B87-4F34-8404-5313B1D562AE}" type="pres">
      <dgm:prSet presAssocID="{3A248AF1-62FB-4334-B352-0B187203E44D}" presName="L2TextContainer" presStyleLbl="revTx" presStyleIdx="2" presStyleCnt="14">
        <dgm:presLayoutVars>
          <dgm:bulletEnabled val="1"/>
        </dgm:presLayoutVars>
      </dgm:prSet>
      <dgm:spPr/>
    </dgm:pt>
    <dgm:pt modelId="{E3F0459C-6FE5-4341-82ED-C1BD698FBEBF}" type="pres">
      <dgm:prSet presAssocID="{3A248AF1-62FB-4334-B352-0B187203E44D}" presName="L1TextContainer" presStyleLbl="revTx" presStyleIdx="3" presStyleCnt="14">
        <dgm:presLayoutVars>
          <dgm:chMax val="1"/>
          <dgm:chPref val="1"/>
          <dgm:bulletEnabled val="1"/>
        </dgm:presLayoutVars>
      </dgm:prSet>
      <dgm:spPr/>
    </dgm:pt>
    <dgm:pt modelId="{CCCA6A3B-D214-4AD2-962E-B6E639F5809C}" type="pres">
      <dgm:prSet presAssocID="{3A248AF1-62FB-4334-B352-0B187203E44D}" presName="ConnectLine" presStyleLbl="sibTrans1D1" presStyleIdx="1" presStyleCnt="7"/>
      <dgm:spPr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315012F9-DB7A-422A-8E68-5187A15A6BE1}" type="pres">
      <dgm:prSet presAssocID="{3A248AF1-62FB-4334-B352-0B187203E44D}" presName="EmptyPlaceHolder" presStyleCnt="0"/>
      <dgm:spPr/>
    </dgm:pt>
    <dgm:pt modelId="{F47CC0F6-F159-4EDA-9C33-87262332526B}" type="pres">
      <dgm:prSet presAssocID="{A38F550C-E6C6-4EE3-846D-FC68DDE8719F}" presName="spaceBetweenRectangles" presStyleCnt="0"/>
      <dgm:spPr/>
    </dgm:pt>
    <dgm:pt modelId="{D0F936EF-5CC7-4435-8038-1BC2B1DB7293}" type="pres">
      <dgm:prSet presAssocID="{30A00CCD-0129-4F6B-B906-7D3141487C20}" presName="composite" presStyleCnt="0"/>
      <dgm:spPr/>
    </dgm:pt>
    <dgm:pt modelId="{103B2A1E-2FB1-4797-B1EA-82EF2D0745E0}" type="pres">
      <dgm:prSet presAssocID="{30A00CCD-0129-4F6B-B906-7D3141487C20}" presName="ConnectorPoint" presStyleLbl="lnNode1" presStyleIdx="2" presStyleCnt="7"/>
      <dgm:spPr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364676E-9B0C-4795-B45B-61FE234C4DA8}" type="pres">
      <dgm:prSet presAssocID="{30A00CCD-0129-4F6B-B906-7D3141487C20}" presName="DropPinPlaceHolder" presStyleCnt="0"/>
      <dgm:spPr/>
    </dgm:pt>
    <dgm:pt modelId="{A5394C4F-5AD0-4560-A687-6525AA952CA5}" type="pres">
      <dgm:prSet presAssocID="{30A00CCD-0129-4F6B-B906-7D3141487C20}" presName="DropPin" presStyleLbl="alignNode1" presStyleIdx="2" presStyleCnt="7"/>
      <dgm:spPr/>
    </dgm:pt>
    <dgm:pt modelId="{7E6DC203-018E-4526-B132-F2C8838FA8CE}" type="pres">
      <dgm:prSet presAssocID="{30A00CCD-0129-4F6B-B906-7D3141487C20}" presName="Ellipse" presStyleLbl="fgAcc1" presStyleIdx="3" presStyleCnt="8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1884E036-B442-4734-836C-589CECA23995}" type="pres">
      <dgm:prSet presAssocID="{30A00CCD-0129-4F6B-B906-7D3141487C20}" presName="L2TextContainer" presStyleLbl="revTx" presStyleIdx="4" presStyleCnt="14">
        <dgm:presLayoutVars>
          <dgm:bulletEnabled val="1"/>
        </dgm:presLayoutVars>
      </dgm:prSet>
      <dgm:spPr/>
    </dgm:pt>
    <dgm:pt modelId="{1FFE646E-6477-4C93-8681-34A90B80C1BA}" type="pres">
      <dgm:prSet presAssocID="{30A00CCD-0129-4F6B-B906-7D3141487C20}" presName="L1TextContainer" presStyleLbl="revTx" presStyleIdx="5" presStyleCnt="14">
        <dgm:presLayoutVars>
          <dgm:chMax val="1"/>
          <dgm:chPref val="1"/>
          <dgm:bulletEnabled val="1"/>
        </dgm:presLayoutVars>
      </dgm:prSet>
      <dgm:spPr/>
    </dgm:pt>
    <dgm:pt modelId="{9607D1BD-3BD6-498A-A452-494F1148244C}" type="pres">
      <dgm:prSet presAssocID="{30A00CCD-0129-4F6B-B906-7D3141487C20}" presName="ConnectLine" presStyleLbl="sibTrans1D1" presStyleIdx="2" presStyleCnt="7"/>
      <dgm:spPr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959530C-2E17-415B-AE26-4043C7E58BE3}" type="pres">
      <dgm:prSet presAssocID="{30A00CCD-0129-4F6B-B906-7D3141487C20}" presName="EmptyPlaceHolder" presStyleCnt="0"/>
      <dgm:spPr/>
    </dgm:pt>
    <dgm:pt modelId="{D08D8868-5AB5-4BBA-BC6E-6CAAF06237FF}" type="pres">
      <dgm:prSet presAssocID="{41756658-723D-4BA2-8A10-CB2BD34A8A4B}" presName="spaceBetweenRectangles" presStyleCnt="0"/>
      <dgm:spPr/>
    </dgm:pt>
    <dgm:pt modelId="{8CDE1096-163E-46B7-A3E7-322CCB595729}" type="pres">
      <dgm:prSet presAssocID="{EFE7B72E-67A7-4876-9A4F-141A9E8FD819}" presName="composite" presStyleCnt="0"/>
      <dgm:spPr/>
    </dgm:pt>
    <dgm:pt modelId="{AD1EDBE7-7E45-4726-9C26-51D6B02DD932}" type="pres">
      <dgm:prSet presAssocID="{EFE7B72E-67A7-4876-9A4F-141A9E8FD819}" presName="ConnectorPoint" presStyleLbl="lnNode1" presStyleIdx="3" presStyleCnt="7"/>
      <dgm:spPr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B4B0291-AEAF-4743-A54B-82ADC0F2372A}" type="pres">
      <dgm:prSet presAssocID="{EFE7B72E-67A7-4876-9A4F-141A9E8FD819}" presName="DropPinPlaceHolder" presStyleCnt="0"/>
      <dgm:spPr/>
    </dgm:pt>
    <dgm:pt modelId="{7BA9D3C4-C4E1-48B4-96DA-213CD5607067}" type="pres">
      <dgm:prSet presAssocID="{EFE7B72E-67A7-4876-9A4F-141A9E8FD819}" presName="DropPin" presStyleLbl="alignNode1" presStyleIdx="3" presStyleCnt="7"/>
      <dgm:spPr/>
    </dgm:pt>
    <dgm:pt modelId="{C51779B7-47E7-4BE5-A732-DAA9EE63BA84}" type="pres">
      <dgm:prSet presAssocID="{EFE7B72E-67A7-4876-9A4F-141A9E8FD819}" presName="Ellipse" presStyleLbl="fgAcc1" presStyleIdx="4" presStyleCnt="8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30108D8B-C7FF-45A7-AF70-F5E802EB938E}" type="pres">
      <dgm:prSet presAssocID="{EFE7B72E-67A7-4876-9A4F-141A9E8FD819}" presName="L2TextContainer" presStyleLbl="revTx" presStyleIdx="6" presStyleCnt="14">
        <dgm:presLayoutVars>
          <dgm:bulletEnabled val="1"/>
        </dgm:presLayoutVars>
      </dgm:prSet>
      <dgm:spPr/>
    </dgm:pt>
    <dgm:pt modelId="{95884DF2-8257-43E6-903C-0D8258C45A87}" type="pres">
      <dgm:prSet presAssocID="{EFE7B72E-67A7-4876-9A4F-141A9E8FD819}" presName="L1TextContainer" presStyleLbl="revTx" presStyleIdx="7" presStyleCnt="14">
        <dgm:presLayoutVars>
          <dgm:chMax val="1"/>
          <dgm:chPref val="1"/>
          <dgm:bulletEnabled val="1"/>
        </dgm:presLayoutVars>
      </dgm:prSet>
      <dgm:spPr/>
    </dgm:pt>
    <dgm:pt modelId="{540AF85F-8BBF-4732-BC86-F61F90F2ED03}" type="pres">
      <dgm:prSet presAssocID="{EFE7B72E-67A7-4876-9A4F-141A9E8FD819}" presName="ConnectLine" presStyleLbl="sibTrans1D1" presStyleIdx="3" presStyleCnt="7"/>
      <dgm:spPr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602AD41-B48B-415C-B77C-AD9A7FAEAFC0}" type="pres">
      <dgm:prSet presAssocID="{EFE7B72E-67A7-4876-9A4F-141A9E8FD819}" presName="EmptyPlaceHolder" presStyleCnt="0"/>
      <dgm:spPr/>
    </dgm:pt>
    <dgm:pt modelId="{3C870E2D-284F-4868-AEFF-F4CF639B5371}" type="pres">
      <dgm:prSet presAssocID="{B7FC6DEC-BE4D-44DB-8A34-22DE00600B80}" presName="spaceBetweenRectangles" presStyleCnt="0"/>
      <dgm:spPr/>
    </dgm:pt>
    <dgm:pt modelId="{7D4CCCE3-4434-4BE0-B377-0982554452B8}" type="pres">
      <dgm:prSet presAssocID="{D27B4C37-1521-4594-A457-547F9D52F289}" presName="composite" presStyleCnt="0"/>
      <dgm:spPr/>
    </dgm:pt>
    <dgm:pt modelId="{2E52020C-347A-4C9F-BC32-C16777D38671}" type="pres">
      <dgm:prSet presAssocID="{D27B4C37-1521-4594-A457-547F9D52F289}" presName="ConnectorPoint" presStyleLbl="lnNode1" presStyleIdx="4" presStyleCnt="7"/>
      <dgm:spPr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AF198BA-FCAB-4BC4-93AF-BD5997EAC59B}" type="pres">
      <dgm:prSet presAssocID="{D27B4C37-1521-4594-A457-547F9D52F289}" presName="DropPinPlaceHolder" presStyleCnt="0"/>
      <dgm:spPr/>
    </dgm:pt>
    <dgm:pt modelId="{D55882B4-39CE-474D-A05B-6136DDB4011A}" type="pres">
      <dgm:prSet presAssocID="{D27B4C37-1521-4594-A457-547F9D52F289}" presName="DropPin" presStyleLbl="alignNode1" presStyleIdx="4" presStyleCnt="7"/>
      <dgm:spPr/>
    </dgm:pt>
    <dgm:pt modelId="{59D744FE-4792-46B9-9C59-D71AEB93BAEF}" type="pres">
      <dgm:prSet presAssocID="{D27B4C37-1521-4594-A457-547F9D52F289}" presName="Ellipse" presStyleLbl="fgAcc1" presStyleIdx="5" presStyleCnt="8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8A0FCCED-B540-4AA6-9CED-1814C020470D}" type="pres">
      <dgm:prSet presAssocID="{D27B4C37-1521-4594-A457-547F9D52F289}" presName="L2TextContainer" presStyleLbl="revTx" presStyleIdx="8" presStyleCnt="14">
        <dgm:presLayoutVars>
          <dgm:bulletEnabled val="1"/>
        </dgm:presLayoutVars>
      </dgm:prSet>
      <dgm:spPr/>
    </dgm:pt>
    <dgm:pt modelId="{1EA89D64-F41E-426A-9661-E371D777B1DB}" type="pres">
      <dgm:prSet presAssocID="{D27B4C37-1521-4594-A457-547F9D52F289}" presName="L1TextContainer" presStyleLbl="revTx" presStyleIdx="9" presStyleCnt="14" custScaleX="174557" custLinFactNeighborX="40144" custLinFactNeighborY="-30645">
        <dgm:presLayoutVars>
          <dgm:chMax val="1"/>
          <dgm:chPref val="1"/>
          <dgm:bulletEnabled val="1"/>
        </dgm:presLayoutVars>
      </dgm:prSet>
      <dgm:spPr/>
    </dgm:pt>
    <dgm:pt modelId="{A9124B97-0F45-447B-AFEE-C9B15D362A84}" type="pres">
      <dgm:prSet presAssocID="{D27B4C37-1521-4594-A457-547F9D52F289}" presName="ConnectLine" presStyleLbl="sibTrans1D1" presStyleIdx="4" presStyleCnt="7"/>
      <dgm:spPr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C46E354A-AFAD-456B-B66D-23C6E6E186AF}" type="pres">
      <dgm:prSet presAssocID="{D27B4C37-1521-4594-A457-547F9D52F289}" presName="EmptyPlaceHolder" presStyleCnt="0"/>
      <dgm:spPr/>
    </dgm:pt>
    <dgm:pt modelId="{514B8C19-A94D-45C2-A26F-3583088CA7B8}" type="pres">
      <dgm:prSet presAssocID="{B143CEE2-C743-40B0-9980-DB77C80B0D2A}" presName="spaceBetweenRectangles" presStyleCnt="0"/>
      <dgm:spPr/>
    </dgm:pt>
    <dgm:pt modelId="{C91C3230-0C81-4E8F-A191-8CA6A5E46776}" type="pres">
      <dgm:prSet presAssocID="{FD5D6AA2-3A24-45CD-9175-3E1E905A2362}" presName="composite" presStyleCnt="0"/>
      <dgm:spPr/>
    </dgm:pt>
    <dgm:pt modelId="{A4249CCA-FE0A-4060-825A-99183E46BED4}" type="pres">
      <dgm:prSet presAssocID="{FD5D6AA2-3A24-45CD-9175-3E1E905A2362}" presName="ConnectorPoint" presStyleLbl="lnNode1" presStyleIdx="5" presStyleCnt="7"/>
      <dgm:spPr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A943D76-11CC-4DA7-A525-43AF256EA690}" type="pres">
      <dgm:prSet presAssocID="{FD5D6AA2-3A24-45CD-9175-3E1E905A2362}" presName="DropPinPlaceHolder" presStyleCnt="0"/>
      <dgm:spPr/>
    </dgm:pt>
    <dgm:pt modelId="{659F1803-1082-437C-A5C1-A639EF0FE199}" type="pres">
      <dgm:prSet presAssocID="{FD5D6AA2-3A24-45CD-9175-3E1E905A2362}" presName="DropPin" presStyleLbl="alignNode1" presStyleIdx="5" presStyleCnt="7"/>
      <dgm:spPr/>
    </dgm:pt>
    <dgm:pt modelId="{2BD70DE7-8F91-4127-A5F8-09804FAF3BE8}" type="pres">
      <dgm:prSet presAssocID="{FD5D6AA2-3A24-45CD-9175-3E1E905A2362}" presName="Ellipse" presStyleLbl="fgAcc1" presStyleIdx="6" presStyleCnt="8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103B217A-994B-4D78-96C0-546A4143BCBD}" type="pres">
      <dgm:prSet presAssocID="{FD5D6AA2-3A24-45CD-9175-3E1E905A2362}" presName="L2TextContainer" presStyleLbl="revTx" presStyleIdx="10" presStyleCnt="14">
        <dgm:presLayoutVars>
          <dgm:bulletEnabled val="1"/>
        </dgm:presLayoutVars>
      </dgm:prSet>
      <dgm:spPr/>
    </dgm:pt>
    <dgm:pt modelId="{2A5FEC48-A31F-4BD0-853D-8EAF44461E56}" type="pres">
      <dgm:prSet presAssocID="{FD5D6AA2-3A24-45CD-9175-3E1E905A2362}" presName="L1TextContainer" presStyleLbl="revTx" presStyleIdx="11" presStyleCnt="14">
        <dgm:presLayoutVars>
          <dgm:chMax val="1"/>
          <dgm:chPref val="1"/>
          <dgm:bulletEnabled val="1"/>
        </dgm:presLayoutVars>
      </dgm:prSet>
      <dgm:spPr/>
    </dgm:pt>
    <dgm:pt modelId="{797111AA-7D98-450A-9552-FEC61C051304}" type="pres">
      <dgm:prSet presAssocID="{FD5D6AA2-3A24-45CD-9175-3E1E905A2362}" presName="ConnectLine" presStyleLbl="sibTrans1D1" presStyleIdx="5" presStyleCnt="7"/>
      <dgm:spPr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A6077AF2-8827-4C53-9EBD-57E2C4ED7864}" type="pres">
      <dgm:prSet presAssocID="{FD5D6AA2-3A24-45CD-9175-3E1E905A2362}" presName="EmptyPlaceHolder" presStyleCnt="0"/>
      <dgm:spPr/>
    </dgm:pt>
    <dgm:pt modelId="{E1D01A24-089C-451E-94B5-7B72BF4CF033}" type="pres">
      <dgm:prSet presAssocID="{879ECB62-C25F-4672-B33E-3B2B00DBE5D6}" presName="spaceBetweenRectangles" presStyleCnt="0"/>
      <dgm:spPr/>
    </dgm:pt>
    <dgm:pt modelId="{03460CF0-D1B1-49E4-BB46-B371120D535C}" type="pres">
      <dgm:prSet presAssocID="{BCBC2492-2ED6-4D70-AED8-33097105A73B}" presName="composite" presStyleCnt="0"/>
      <dgm:spPr/>
    </dgm:pt>
    <dgm:pt modelId="{5628327F-CED0-415D-A304-CE393F6CBD84}" type="pres">
      <dgm:prSet presAssocID="{BCBC2492-2ED6-4D70-AED8-33097105A73B}" presName="ConnectorPoint" presStyleLbl="lnNode1" presStyleIdx="6" presStyleCnt="7"/>
      <dgm:spPr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0D40874-4174-41BB-B6E8-E66FC2EEDD3F}" type="pres">
      <dgm:prSet presAssocID="{BCBC2492-2ED6-4D70-AED8-33097105A73B}" presName="DropPinPlaceHolder" presStyleCnt="0"/>
      <dgm:spPr/>
    </dgm:pt>
    <dgm:pt modelId="{A38DE635-11D6-4BC1-96C3-E1983663F83A}" type="pres">
      <dgm:prSet presAssocID="{BCBC2492-2ED6-4D70-AED8-33097105A73B}" presName="DropPin" presStyleLbl="alignNode1" presStyleIdx="6" presStyleCnt="7"/>
      <dgm:spPr/>
    </dgm:pt>
    <dgm:pt modelId="{861BC842-C09D-4A72-986A-4165A3BAE81F}" type="pres">
      <dgm:prSet presAssocID="{BCBC2492-2ED6-4D70-AED8-33097105A73B}" presName="Ellipse" presStyleLbl="fgAcc1" presStyleIdx="7" presStyleCnt="8"/>
      <dgm:spPr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79C665A-5692-4028-B054-8D96BF147FC2}" type="pres">
      <dgm:prSet presAssocID="{BCBC2492-2ED6-4D70-AED8-33097105A73B}" presName="L2TextContainer" presStyleLbl="revTx" presStyleIdx="12" presStyleCnt="14">
        <dgm:presLayoutVars>
          <dgm:bulletEnabled val="1"/>
        </dgm:presLayoutVars>
      </dgm:prSet>
      <dgm:spPr/>
    </dgm:pt>
    <dgm:pt modelId="{9E767E6F-CD38-41A1-942C-7A9B7E30DA1F}" type="pres">
      <dgm:prSet presAssocID="{BCBC2492-2ED6-4D70-AED8-33097105A73B}" presName="L1TextContainer" presStyleLbl="revTx" presStyleIdx="13" presStyleCnt="14">
        <dgm:presLayoutVars>
          <dgm:chMax val="1"/>
          <dgm:chPref val="1"/>
          <dgm:bulletEnabled val="1"/>
        </dgm:presLayoutVars>
      </dgm:prSet>
      <dgm:spPr/>
    </dgm:pt>
    <dgm:pt modelId="{1841AB38-1EDC-45CC-9E1A-7F116E7CEF8E}" type="pres">
      <dgm:prSet presAssocID="{BCBC2492-2ED6-4D70-AED8-33097105A73B}" presName="ConnectLine" presStyleLbl="sibTrans1D1" presStyleIdx="6" presStyleCnt="7"/>
      <dgm:spPr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D5CD3AEF-D459-47E6-8659-FF761515A03F}" type="pres">
      <dgm:prSet presAssocID="{BCBC2492-2ED6-4D70-AED8-33097105A73B}" presName="EmptyPlaceHolder" presStyleCnt="0"/>
      <dgm:spPr/>
    </dgm:pt>
  </dgm:ptLst>
  <dgm:cxnLst>
    <dgm:cxn modelId="{E0DFB105-78A3-4172-BF95-0E81F2570959}" type="presOf" srcId="{95A26F71-5ADF-4E9A-819C-DC4626C69E2C}" destId="{8A0FCCED-B540-4AA6-9CED-1814C020470D}" srcOrd="0" destOrd="3" presId="urn:microsoft.com/office/officeart/2017/3/layout/DropPinTimeline"/>
    <dgm:cxn modelId="{8A9E8416-C9A7-4C30-A6D4-79EAF96523C8}" srcId="{154FB0F7-D2FA-4393-A287-4CABFE97FE07}" destId="{EFE7B72E-67A7-4876-9A4F-141A9E8FD819}" srcOrd="3" destOrd="0" parTransId="{759EDABF-F54F-49DD-80DA-1F7357519AA4}" sibTransId="{B7FC6DEC-BE4D-44DB-8A34-22DE00600B80}"/>
    <dgm:cxn modelId="{2F976421-51AA-41CA-A786-F02BA8C9491C}" type="presOf" srcId="{FD5D6AA2-3A24-45CD-9175-3E1E905A2362}" destId="{2A5FEC48-A31F-4BD0-853D-8EAF44461E56}" srcOrd="0" destOrd="0" presId="urn:microsoft.com/office/officeart/2017/3/layout/DropPinTimeline"/>
    <dgm:cxn modelId="{62814931-0A53-455B-9BEA-A5155A69BB03}" srcId="{EFE7B72E-67A7-4876-9A4F-141A9E8FD819}" destId="{1E35F352-73F3-45D6-9648-4C7D179D167B}" srcOrd="0" destOrd="0" parTransId="{A1393371-364D-4C5F-8D2A-D8F355041473}" sibTransId="{D85CF948-7963-42C9-8BAB-70EF97CF5E0D}"/>
    <dgm:cxn modelId="{13D6D634-6B94-4FCC-BB6D-4DF00908F3D9}" srcId="{1E35F352-73F3-45D6-9648-4C7D179D167B}" destId="{EEE4A6FF-09F4-4758-94D0-6199B05749EA}" srcOrd="0" destOrd="0" parTransId="{37C2A8AF-7547-4DE2-90BE-C8A3A2D7B806}" sibTransId="{DDD1B50F-C48C-457D-B4AC-A9D2D0933351}"/>
    <dgm:cxn modelId="{1963D937-9471-4976-822B-58010290A1F5}" type="presOf" srcId="{1E35F352-73F3-45D6-9648-4C7D179D167B}" destId="{30108D8B-C7FF-45A7-AF70-F5E802EB938E}" srcOrd="0" destOrd="0" presId="urn:microsoft.com/office/officeart/2017/3/layout/DropPinTimeline"/>
    <dgm:cxn modelId="{6E134B3B-C30F-42CF-B589-24574638B2D9}" type="presOf" srcId="{80D54E29-A992-4F67-9E01-F04687D701A1}" destId="{8A0FCCED-B540-4AA6-9CED-1814C020470D}" srcOrd="0" destOrd="0" presId="urn:microsoft.com/office/officeart/2017/3/layout/DropPinTimeline"/>
    <dgm:cxn modelId="{F18EBE5C-F55E-4046-A368-DAE010D68020}" type="presOf" srcId="{154FB0F7-D2FA-4393-A287-4CABFE97FE07}" destId="{980F18FD-C041-4A87-BAFB-F0BAB6C9D4F2}" srcOrd="0" destOrd="0" presId="urn:microsoft.com/office/officeart/2017/3/layout/DropPinTimeline"/>
    <dgm:cxn modelId="{1A9B095F-6E10-49D4-A480-564E38A20C6A}" srcId="{D27B4C37-1521-4594-A457-547F9D52F289}" destId="{AA142A14-47E7-4213-9BA2-84CD6551FFE9}" srcOrd="1" destOrd="0" parTransId="{98B768F2-A1E4-4BD1-945E-EA1BFA0AC702}" sibTransId="{875A2497-696A-42F1-B9BE-9C36806B9448}"/>
    <dgm:cxn modelId="{C3C0CE65-F629-41E4-9B3F-837427A143DE}" type="presOf" srcId="{DB1061C7-5159-41D2-99A9-D997D763E345}" destId="{92C70FE2-480D-4A8F-A764-FBED8C032DD0}" srcOrd="0" destOrd="0" presId="urn:microsoft.com/office/officeart/2017/3/layout/DropPinTimeline"/>
    <dgm:cxn modelId="{0D51ED46-2466-4882-9EE4-32BC168E9134}" srcId="{154FB0F7-D2FA-4393-A287-4CABFE97FE07}" destId="{3A248AF1-62FB-4334-B352-0B187203E44D}" srcOrd="1" destOrd="0" parTransId="{69F4C642-08A5-4C40-95A0-0B01C667A41D}" sibTransId="{A38F550C-E6C6-4EE3-846D-FC68DDE8719F}"/>
    <dgm:cxn modelId="{1E466970-9984-4A52-9712-33C0989165CC}" srcId="{30A00CCD-0129-4F6B-B906-7D3141487C20}" destId="{D6360526-63A2-406B-83AD-05E055D699D8}" srcOrd="0" destOrd="0" parTransId="{7DB50879-27F4-4169-86B5-96CD82C24442}" sibTransId="{75B72B2E-3965-4ED8-A394-3C49C06462B3}"/>
    <dgm:cxn modelId="{E3358954-75E5-4588-B122-BD0A6989497E}" type="presOf" srcId="{30A00CCD-0129-4F6B-B906-7D3141487C20}" destId="{1FFE646E-6477-4C93-8681-34A90B80C1BA}" srcOrd="0" destOrd="0" presId="urn:microsoft.com/office/officeart/2017/3/layout/DropPinTimeline"/>
    <dgm:cxn modelId="{98E90A76-FC28-4E88-8928-EF5427775398}" type="presOf" srcId="{A0516BD7-84F0-474C-8359-7482C80AC5F3}" destId="{103B217A-994B-4D78-96C0-546A4143BCBD}" srcOrd="0" destOrd="0" presId="urn:microsoft.com/office/officeart/2017/3/layout/DropPinTimeline"/>
    <dgm:cxn modelId="{2B50497C-422F-4BD9-87E0-86E2ED526BAD}" srcId="{D27B4C37-1521-4594-A457-547F9D52F289}" destId="{0C3E03EF-B04A-4B08-93F1-AD496CF3F9F8}" srcOrd="3" destOrd="0" parTransId="{076EB90E-B8F8-4082-B026-3002156D7B80}" sibTransId="{4AA5BDDD-0990-4B1A-92B0-198B79DA3373}"/>
    <dgm:cxn modelId="{24157B7C-BF3A-49FB-B100-2FC361B4434A}" type="presOf" srcId="{B52EA770-6F90-4A06-A1ED-4547E108FDF0}" destId="{103B217A-994B-4D78-96C0-546A4143BCBD}" srcOrd="0" destOrd="1" presId="urn:microsoft.com/office/officeart/2017/3/layout/DropPinTimeline"/>
    <dgm:cxn modelId="{5271E886-20E6-4B75-9F36-40727D91A3AE}" type="presOf" srcId="{E78FF6E5-EDFE-476F-95E8-227E7B627F30}" destId="{A561E093-2B87-4F34-8404-5313B1D562AE}" srcOrd="0" destOrd="0" presId="urn:microsoft.com/office/officeart/2017/3/layout/DropPinTimeline"/>
    <dgm:cxn modelId="{0E55358B-BD68-4FBC-881F-A4D4CB5B0C9E}" srcId="{2DBBD220-D2B8-4B89-96CE-E0644A852880}" destId="{DB1061C7-5159-41D2-99A9-D997D763E345}" srcOrd="0" destOrd="0" parTransId="{A370CF98-3F29-476F-98BE-F9C10F34ABA6}" sibTransId="{4516F12B-49DD-4CD6-A6F9-601BC133E3BD}"/>
    <dgm:cxn modelId="{1CC6A38C-CE97-4B05-B8FC-8DD664FF1F2E}" srcId="{154FB0F7-D2FA-4393-A287-4CABFE97FE07}" destId="{D27B4C37-1521-4594-A457-547F9D52F289}" srcOrd="4" destOrd="0" parTransId="{5F4F137B-D641-4CF1-9E9B-794C669F864F}" sibTransId="{B143CEE2-C743-40B0-9980-DB77C80B0D2A}"/>
    <dgm:cxn modelId="{576DDD94-82C0-47FB-9283-34DC67A1196F}" srcId="{154FB0F7-D2FA-4393-A287-4CABFE97FE07}" destId="{BCBC2492-2ED6-4D70-AED8-33097105A73B}" srcOrd="6" destOrd="0" parTransId="{4B961DAB-FEC5-4CB5-9DC1-AE0F2E64FB53}" sibTransId="{193C09D9-AD99-44B5-BA63-EB321F07DE19}"/>
    <dgm:cxn modelId="{A547C798-A841-45DF-B01E-A57ABF4C3F8E}" type="presOf" srcId="{DEB12167-D446-4EA0-8ADD-396C62B24E94}" destId="{8A0FCCED-B540-4AA6-9CED-1814C020470D}" srcOrd="0" destOrd="1" presId="urn:microsoft.com/office/officeart/2017/3/layout/DropPinTimeline"/>
    <dgm:cxn modelId="{4769B29D-74CA-4211-9E08-DEF0791FA5FA}" srcId="{154FB0F7-D2FA-4393-A287-4CABFE97FE07}" destId="{30A00CCD-0129-4F6B-B906-7D3141487C20}" srcOrd="2" destOrd="0" parTransId="{40DDC1EF-F6E8-494A-8D6B-BEF2B4DA11D0}" sibTransId="{41756658-723D-4BA2-8A10-CB2BD34A8A4B}"/>
    <dgm:cxn modelId="{D0DBC6A5-1914-4228-AE64-4AF1FC56028C}" srcId="{D6360526-63A2-406B-83AD-05E055D699D8}" destId="{FEEE093D-5235-4FA3-B211-8573164EB764}" srcOrd="0" destOrd="0" parTransId="{DC649E9E-0A52-4AD9-B9AD-D14DB1BC9486}" sibTransId="{60130BD6-BD62-46A1-8458-32E31A2395DC}"/>
    <dgm:cxn modelId="{75A69BAC-1D1F-4211-8A44-2EC5CBC96D2E}" srcId="{154FB0F7-D2FA-4393-A287-4CABFE97FE07}" destId="{2DBBD220-D2B8-4B89-96CE-E0644A852880}" srcOrd="0" destOrd="0" parTransId="{8BBA6358-F3E6-43DE-83C1-20A1D97BAC65}" sibTransId="{CE18BF8C-F0A4-438B-86E5-718BEFEF16CB}"/>
    <dgm:cxn modelId="{903DB1AC-83EF-4480-A54A-97EEA25450ED}" type="presOf" srcId="{EEE4A6FF-09F4-4758-94D0-6199B05749EA}" destId="{30108D8B-C7FF-45A7-AF70-F5E802EB938E}" srcOrd="0" destOrd="1" presId="urn:microsoft.com/office/officeart/2017/3/layout/DropPinTimeline"/>
    <dgm:cxn modelId="{52B4F5AE-DF84-4AD7-89C9-D2B6D347B0D3}" type="presOf" srcId="{AA142A14-47E7-4213-9BA2-84CD6551FFE9}" destId="{8A0FCCED-B540-4AA6-9CED-1814C020470D}" srcOrd="0" destOrd="2" presId="urn:microsoft.com/office/officeart/2017/3/layout/DropPinTimeline"/>
    <dgm:cxn modelId="{B3B1C4AF-C75F-4911-8450-6B9AAD85AB58}" type="presOf" srcId="{2DBBD220-D2B8-4B89-96CE-E0644A852880}" destId="{47D34C1B-356E-4346-A6D9-CF8689B1C65C}" srcOrd="0" destOrd="0" presId="urn:microsoft.com/office/officeart/2017/3/layout/DropPinTimeline"/>
    <dgm:cxn modelId="{D0A7B2B3-95ED-4A21-90DB-789D3EEB796C}" srcId="{D27B4C37-1521-4594-A457-547F9D52F289}" destId="{80D54E29-A992-4F67-9E01-F04687D701A1}" srcOrd="0" destOrd="0" parTransId="{F1B8B99B-89C6-4825-8259-179D6B677530}" sibTransId="{5DFB0BB0-B7A5-41E8-AA57-E5F8DE7FF5E0}"/>
    <dgm:cxn modelId="{31C5A0B4-7608-4A27-BE7E-A49EBDDAA7DE}" type="presOf" srcId="{EFE7B72E-67A7-4876-9A4F-141A9E8FD819}" destId="{95884DF2-8257-43E6-903C-0D8258C45A87}" srcOrd="0" destOrd="0" presId="urn:microsoft.com/office/officeart/2017/3/layout/DropPinTimeline"/>
    <dgm:cxn modelId="{EC66BBB8-4943-476A-B2CE-AADCADAE06A1}" type="presOf" srcId="{FEEE093D-5235-4FA3-B211-8573164EB764}" destId="{1884E036-B442-4734-836C-589CECA23995}" srcOrd="0" destOrd="1" presId="urn:microsoft.com/office/officeart/2017/3/layout/DropPinTimeline"/>
    <dgm:cxn modelId="{4ECDF4C8-A030-4F88-ABCE-2234760E0B6D}" srcId="{80D54E29-A992-4F67-9E01-F04687D701A1}" destId="{DEB12167-D446-4EA0-8ADD-396C62B24E94}" srcOrd="0" destOrd="0" parTransId="{4CD53862-C996-4695-B73F-5FF25CF8F434}" sibTransId="{D6A229D8-F393-4602-AFA2-1EDBCBC23E1D}"/>
    <dgm:cxn modelId="{FC639ACB-75BE-4A71-8BB0-8009AE6E51EF}" type="presOf" srcId="{BCBC2492-2ED6-4D70-AED8-33097105A73B}" destId="{9E767E6F-CD38-41A1-942C-7A9B7E30DA1F}" srcOrd="0" destOrd="0" presId="urn:microsoft.com/office/officeart/2017/3/layout/DropPinTimeline"/>
    <dgm:cxn modelId="{ECC1F9CF-24C4-4C15-A3B0-F48800036293}" type="presOf" srcId="{3A248AF1-62FB-4334-B352-0B187203E44D}" destId="{E3F0459C-6FE5-4341-82ED-C1BD698FBEBF}" srcOrd="0" destOrd="0" presId="urn:microsoft.com/office/officeart/2017/3/layout/DropPinTimeline"/>
    <dgm:cxn modelId="{4E3D02DC-53CE-4E6E-9FC7-A731DE20AF5B}" srcId="{3A248AF1-62FB-4334-B352-0B187203E44D}" destId="{E78FF6E5-EDFE-476F-95E8-227E7B627F30}" srcOrd="0" destOrd="0" parTransId="{E779CE18-1AA2-4758-84D8-C62237DB1FB0}" sibTransId="{41A64D59-CBC1-493F-B089-FB6DDE69DA4B}"/>
    <dgm:cxn modelId="{5CFBA1E0-2498-4BCB-83D9-F8E3C4244CAB}" type="presOf" srcId="{D27B4C37-1521-4594-A457-547F9D52F289}" destId="{1EA89D64-F41E-426A-9661-E371D777B1DB}" srcOrd="0" destOrd="0" presId="urn:microsoft.com/office/officeart/2017/3/layout/DropPinTimeline"/>
    <dgm:cxn modelId="{80EE1BED-D8E0-4E58-B65E-190D947C9167}" type="presOf" srcId="{0C3E03EF-B04A-4B08-93F1-AD496CF3F9F8}" destId="{8A0FCCED-B540-4AA6-9CED-1814C020470D}" srcOrd="0" destOrd="4" presId="urn:microsoft.com/office/officeart/2017/3/layout/DropPinTimeline"/>
    <dgm:cxn modelId="{4FBDBCF4-8BB0-4269-AC41-31E122A688E8}" type="presOf" srcId="{D6360526-63A2-406B-83AD-05E055D699D8}" destId="{1884E036-B442-4734-836C-589CECA23995}" srcOrd="0" destOrd="0" presId="urn:microsoft.com/office/officeart/2017/3/layout/DropPinTimeline"/>
    <dgm:cxn modelId="{75D3D7F4-CB50-4A8B-AE01-578ACEA7FB84}" srcId="{A0516BD7-84F0-474C-8359-7482C80AC5F3}" destId="{B52EA770-6F90-4A06-A1ED-4547E108FDF0}" srcOrd="0" destOrd="0" parTransId="{70A52630-D93E-4DBF-A23F-63134228A1EC}" sibTransId="{D2C3CFC6-652A-455A-9596-6CE4B059AC3E}"/>
    <dgm:cxn modelId="{E296FDF4-F2EC-471C-9C53-06AA6C53DCC1}" srcId="{154FB0F7-D2FA-4393-A287-4CABFE97FE07}" destId="{FD5D6AA2-3A24-45CD-9175-3E1E905A2362}" srcOrd="5" destOrd="0" parTransId="{99D1D5D7-3D9E-4F42-9E37-B95A531DCDF7}" sibTransId="{879ECB62-C25F-4672-B33E-3B2B00DBE5D6}"/>
    <dgm:cxn modelId="{64BEB2F8-377D-43D1-B112-748A57E802A2}" srcId="{D27B4C37-1521-4594-A457-547F9D52F289}" destId="{95A26F71-5ADF-4E9A-819C-DC4626C69E2C}" srcOrd="2" destOrd="0" parTransId="{EA5625BE-ADBB-44C3-9047-6C6E32181E15}" sibTransId="{6C40746B-2D68-4B8E-9D5B-D0CF2EA2CDA8}"/>
    <dgm:cxn modelId="{B51AE5FD-13A9-4995-A864-635E9AC78889}" srcId="{FD5D6AA2-3A24-45CD-9175-3E1E905A2362}" destId="{A0516BD7-84F0-474C-8359-7482C80AC5F3}" srcOrd="0" destOrd="0" parTransId="{5E3BD586-15A3-4654-9046-80DD0A7ED02A}" sibTransId="{0B2D78A9-1D16-4E9B-87B3-AE7E372B389A}"/>
    <dgm:cxn modelId="{691DD254-01C6-4F8E-B9DC-203B275DE1C6}" type="presParOf" srcId="{980F18FD-C041-4A87-BAFB-F0BAB6C9D4F2}" destId="{2420CB09-2D81-4C21-BA5A-408AD0606B1E}" srcOrd="0" destOrd="0" presId="urn:microsoft.com/office/officeart/2017/3/layout/DropPinTimeline"/>
    <dgm:cxn modelId="{35D52E44-939B-45FA-ABED-D35B15176216}" type="presParOf" srcId="{980F18FD-C041-4A87-BAFB-F0BAB6C9D4F2}" destId="{A9B4E3B7-E730-4EE3-B37A-B80B15B76213}" srcOrd="1" destOrd="0" presId="urn:microsoft.com/office/officeart/2017/3/layout/DropPinTimeline"/>
    <dgm:cxn modelId="{88A3EA04-F39F-4C23-9B69-9C8253A83BA4}" type="presParOf" srcId="{A9B4E3B7-E730-4EE3-B37A-B80B15B76213}" destId="{00B902BA-C74A-461A-B90E-D2E1DCBD0B8C}" srcOrd="0" destOrd="0" presId="urn:microsoft.com/office/officeart/2017/3/layout/DropPinTimeline"/>
    <dgm:cxn modelId="{363600DF-842B-4B04-AFA7-FCA396E07CC3}" type="presParOf" srcId="{00B902BA-C74A-461A-B90E-D2E1DCBD0B8C}" destId="{BE7D1506-8DB1-42BF-AAF2-058731E481A1}" srcOrd="0" destOrd="0" presId="urn:microsoft.com/office/officeart/2017/3/layout/DropPinTimeline"/>
    <dgm:cxn modelId="{97FCF9FA-E65E-4C9F-A042-2A2E4C6D8175}" type="presParOf" srcId="{00B902BA-C74A-461A-B90E-D2E1DCBD0B8C}" destId="{5E0B55F4-64FA-4E20-B87C-07C65222EA81}" srcOrd="1" destOrd="0" presId="urn:microsoft.com/office/officeart/2017/3/layout/DropPinTimeline"/>
    <dgm:cxn modelId="{C3FB1B07-5903-438A-BB3C-B7C2049A2083}" type="presParOf" srcId="{5E0B55F4-64FA-4E20-B87C-07C65222EA81}" destId="{BDFC520F-F904-443B-B9EA-557E3D5EE327}" srcOrd="0" destOrd="0" presId="urn:microsoft.com/office/officeart/2017/3/layout/DropPinTimeline"/>
    <dgm:cxn modelId="{EE245EA5-20C5-4BDE-BDD7-05E8ABAA482A}" type="presParOf" srcId="{5E0B55F4-64FA-4E20-B87C-07C65222EA81}" destId="{C5081567-6E1F-4B34-96D4-8E992713E069}" srcOrd="1" destOrd="0" presId="urn:microsoft.com/office/officeart/2017/3/layout/DropPinTimeline"/>
    <dgm:cxn modelId="{93E1634E-E367-473A-B412-DCD89C9220BB}" type="presParOf" srcId="{00B902BA-C74A-461A-B90E-D2E1DCBD0B8C}" destId="{92C70FE2-480D-4A8F-A764-FBED8C032DD0}" srcOrd="2" destOrd="0" presId="urn:microsoft.com/office/officeart/2017/3/layout/DropPinTimeline"/>
    <dgm:cxn modelId="{D17E1E48-1EFC-4918-8D32-B808AAC3C2AC}" type="presParOf" srcId="{00B902BA-C74A-461A-B90E-D2E1DCBD0B8C}" destId="{47D34C1B-356E-4346-A6D9-CF8689B1C65C}" srcOrd="3" destOrd="0" presId="urn:microsoft.com/office/officeart/2017/3/layout/DropPinTimeline"/>
    <dgm:cxn modelId="{F273C6F9-63B5-4302-8275-C6462CA16C4B}" type="presParOf" srcId="{00B902BA-C74A-461A-B90E-D2E1DCBD0B8C}" destId="{19EDF79B-C2C7-4121-8195-EE5055FF081B}" srcOrd="4" destOrd="0" presId="urn:microsoft.com/office/officeart/2017/3/layout/DropPinTimeline"/>
    <dgm:cxn modelId="{CC42A660-C569-4307-81AE-5FCA232C7656}" type="presParOf" srcId="{00B902BA-C74A-461A-B90E-D2E1DCBD0B8C}" destId="{7C35C1F2-C22E-44F2-B1EC-FAE0DB3C570C}" srcOrd="5" destOrd="0" presId="urn:microsoft.com/office/officeart/2017/3/layout/DropPinTimeline"/>
    <dgm:cxn modelId="{C78ACC05-0FED-45E6-9A57-8A846AA3F78F}" type="presParOf" srcId="{A9B4E3B7-E730-4EE3-B37A-B80B15B76213}" destId="{C28AB363-1FE8-434F-A901-4B7039456AD2}" srcOrd="1" destOrd="0" presId="urn:microsoft.com/office/officeart/2017/3/layout/DropPinTimeline"/>
    <dgm:cxn modelId="{6AC88AE3-D1F9-42D2-96DA-07D195417D7C}" type="presParOf" srcId="{A9B4E3B7-E730-4EE3-B37A-B80B15B76213}" destId="{27C858C6-BA82-46A5-9A2C-FB94E411CC71}" srcOrd="2" destOrd="0" presId="urn:microsoft.com/office/officeart/2017/3/layout/DropPinTimeline"/>
    <dgm:cxn modelId="{ABB72616-A8B0-451F-8658-7452CE0C232A}" type="presParOf" srcId="{27C858C6-BA82-46A5-9A2C-FB94E411CC71}" destId="{A191F0CB-EE1E-4A73-B4BD-142F2F00DA1F}" srcOrd="0" destOrd="0" presId="urn:microsoft.com/office/officeart/2017/3/layout/DropPinTimeline"/>
    <dgm:cxn modelId="{11AA00E0-6FF8-4DD6-8E2F-1C0BE552E08A}" type="presParOf" srcId="{27C858C6-BA82-46A5-9A2C-FB94E411CC71}" destId="{5B7386FD-0CFD-42A1-A9C3-5B47FFE422C9}" srcOrd="1" destOrd="0" presId="urn:microsoft.com/office/officeart/2017/3/layout/DropPinTimeline"/>
    <dgm:cxn modelId="{B6168828-D215-4424-9B85-D95002B72A42}" type="presParOf" srcId="{5B7386FD-0CFD-42A1-A9C3-5B47FFE422C9}" destId="{C1F4734A-7C12-40C2-BC29-537B4ED1C405}" srcOrd="0" destOrd="0" presId="urn:microsoft.com/office/officeart/2017/3/layout/DropPinTimeline"/>
    <dgm:cxn modelId="{2D9C0BB1-3C02-4EAB-B511-24F950D66CA5}" type="presParOf" srcId="{5B7386FD-0CFD-42A1-A9C3-5B47FFE422C9}" destId="{7CFD3F5D-13DC-4AAE-8480-8484AF41638E}" srcOrd="1" destOrd="0" presId="urn:microsoft.com/office/officeart/2017/3/layout/DropPinTimeline"/>
    <dgm:cxn modelId="{F5E7F90B-825A-4809-AC10-489B32A683AA}" type="presParOf" srcId="{27C858C6-BA82-46A5-9A2C-FB94E411CC71}" destId="{A561E093-2B87-4F34-8404-5313B1D562AE}" srcOrd="2" destOrd="0" presId="urn:microsoft.com/office/officeart/2017/3/layout/DropPinTimeline"/>
    <dgm:cxn modelId="{416D2AA7-3ED7-486C-A904-BC1FE9146C9D}" type="presParOf" srcId="{27C858C6-BA82-46A5-9A2C-FB94E411CC71}" destId="{E3F0459C-6FE5-4341-82ED-C1BD698FBEBF}" srcOrd="3" destOrd="0" presId="urn:microsoft.com/office/officeart/2017/3/layout/DropPinTimeline"/>
    <dgm:cxn modelId="{DE37EACB-2F80-4CC0-AB96-F0BEA07823F2}" type="presParOf" srcId="{27C858C6-BA82-46A5-9A2C-FB94E411CC71}" destId="{CCCA6A3B-D214-4AD2-962E-B6E639F5809C}" srcOrd="4" destOrd="0" presId="urn:microsoft.com/office/officeart/2017/3/layout/DropPinTimeline"/>
    <dgm:cxn modelId="{C2330B9C-5F48-4E67-B52C-F0D7FC986038}" type="presParOf" srcId="{27C858C6-BA82-46A5-9A2C-FB94E411CC71}" destId="{315012F9-DB7A-422A-8E68-5187A15A6BE1}" srcOrd="5" destOrd="0" presId="urn:microsoft.com/office/officeart/2017/3/layout/DropPinTimeline"/>
    <dgm:cxn modelId="{17825C2A-D8C9-47C0-B3CA-688500234B5E}" type="presParOf" srcId="{A9B4E3B7-E730-4EE3-B37A-B80B15B76213}" destId="{F47CC0F6-F159-4EDA-9C33-87262332526B}" srcOrd="3" destOrd="0" presId="urn:microsoft.com/office/officeart/2017/3/layout/DropPinTimeline"/>
    <dgm:cxn modelId="{1E306373-EAE9-4A4A-87DB-94EF6281AA34}" type="presParOf" srcId="{A9B4E3B7-E730-4EE3-B37A-B80B15B76213}" destId="{D0F936EF-5CC7-4435-8038-1BC2B1DB7293}" srcOrd="4" destOrd="0" presId="urn:microsoft.com/office/officeart/2017/3/layout/DropPinTimeline"/>
    <dgm:cxn modelId="{9CCDFAD2-4A2F-4735-A6F6-763F6AC634F3}" type="presParOf" srcId="{D0F936EF-5CC7-4435-8038-1BC2B1DB7293}" destId="{103B2A1E-2FB1-4797-B1EA-82EF2D0745E0}" srcOrd="0" destOrd="0" presId="urn:microsoft.com/office/officeart/2017/3/layout/DropPinTimeline"/>
    <dgm:cxn modelId="{244A6F9B-A188-40F7-B47A-06A9A2CD5A9E}" type="presParOf" srcId="{D0F936EF-5CC7-4435-8038-1BC2B1DB7293}" destId="{C364676E-9B0C-4795-B45B-61FE234C4DA8}" srcOrd="1" destOrd="0" presId="urn:microsoft.com/office/officeart/2017/3/layout/DropPinTimeline"/>
    <dgm:cxn modelId="{51121FA6-7B9E-473D-BFA1-0B46F5E92C8E}" type="presParOf" srcId="{C364676E-9B0C-4795-B45B-61FE234C4DA8}" destId="{A5394C4F-5AD0-4560-A687-6525AA952CA5}" srcOrd="0" destOrd="0" presId="urn:microsoft.com/office/officeart/2017/3/layout/DropPinTimeline"/>
    <dgm:cxn modelId="{869B5A34-DDEE-4868-B3A6-D9279C446939}" type="presParOf" srcId="{C364676E-9B0C-4795-B45B-61FE234C4DA8}" destId="{7E6DC203-018E-4526-B132-F2C8838FA8CE}" srcOrd="1" destOrd="0" presId="urn:microsoft.com/office/officeart/2017/3/layout/DropPinTimeline"/>
    <dgm:cxn modelId="{C6F66447-764B-493A-902D-33E58319D630}" type="presParOf" srcId="{D0F936EF-5CC7-4435-8038-1BC2B1DB7293}" destId="{1884E036-B442-4734-836C-589CECA23995}" srcOrd="2" destOrd="0" presId="urn:microsoft.com/office/officeart/2017/3/layout/DropPinTimeline"/>
    <dgm:cxn modelId="{A1E4034D-0189-430A-B70D-D8C6AE58C14C}" type="presParOf" srcId="{D0F936EF-5CC7-4435-8038-1BC2B1DB7293}" destId="{1FFE646E-6477-4C93-8681-34A90B80C1BA}" srcOrd="3" destOrd="0" presId="urn:microsoft.com/office/officeart/2017/3/layout/DropPinTimeline"/>
    <dgm:cxn modelId="{5B678E09-577D-4AE4-87B8-726F6FED2415}" type="presParOf" srcId="{D0F936EF-5CC7-4435-8038-1BC2B1DB7293}" destId="{9607D1BD-3BD6-498A-A452-494F1148244C}" srcOrd="4" destOrd="0" presId="urn:microsoft.com/office/officeart/2017/3/layout/DropPinTimeline"/>
    <dgm:cxn modelId="{AD01EC5D-EF0D-45A6-8396-2602A1B49ADA}" type="presParOf" srcId="{D0F936EF-5CC7-4435-8038-1BC2B1DB7293}" destId="{8959530C-2E17-415B-AE26-4043C7E58BE3}" srcOrd="5" destOrd="0" presId="urn:microsoft.com/office/officeart/2017/3/layout/DropPinTimeline"/>
    <dgm:cxn modelId="{37D2CCAE-DD54-468C-8BE0-F24CBAEA91B5}" type="presParOf" srcId="{A9B4E3B7-E730-4EE3-B37A-B80B15B76213}" destId="{D08D8868-5AB5-4BBA-BC6E-6CAAF06237FF}" srcOrd="5" destOrd="0" presId="urn:microsoft.com/office/officeart/2017/3/layout/DropPinTimeline"/>
    <dgm:cxn modelId="{95C2DF71-CE6E-4093-8CAD-EC29F24FE387}" type="presParOf" srcId="{A9B4E3B7-E730-4EE3-B37A-B80B15B76213}" destId="{8CDE1096-163E-46B7-A3E7-322CCB595729}" srcOrd="6" destOrd="0" presId="urn:microsoft.com/office/officeart/2017/3/layout/DropPinTimeline"/>
    <dgm:cxn modelId="{D6B2811D-1098-4E4D-A6CF-8B2788CAF933}" type="presParOf" srcId="{8CDE1096-163E-46B7-A3E7-322CCB595729}" destId="{AD1EDBE7-7E45-4726-9C26-51D6B02DD932}" srcOrd="0" destOrd="0" presId="urn:microsoft.com/office/officeart/2017/3/layout/DropPinTimeline"/>
    <dgm:cxn modelId="{1B841F32-7C37-48D9-9DF0-60279AA35BE2}" type="presParOf" srcId="{8CDE1096-163E-46B7-A3E7-322CCB595729}" destId="{7B4B0291-AEAF-4743-A54B-82ADC0F2372A}" srcOrd="1" destOrd="0" presId="urn:microsoft.com/office/officeart/2017/3/layout/DropPinTimeline"/>
    <dgm:cxn modelId="{4FDB92E0-4868-4A55-8567-EFA52C8F454F}" type="presParOf" srcId="{7B4B0291-AEAF-4743-A54B-82ADC0F2372A}" destId="{7BA9D3C4-C4E1-48B4-96DA-213CD5607067}" srcOrd="0" destOrd="0" presId="urn:microsoft.com/office/officeart/2017/3/layout/DropPinTimeline"/>
    <dgm:cxn modelId="{81BF13AA-3841-4581-826D-BF19A2BDFCCB}" type="presParOf" srcId="{7B4B0291-AEAF-4743-A54B-82ADC0F2372A}" destId="{C51779B7-47E7-4BE5-A732-DAA9EE63BA84}" srcOrd="1" destOrd="0" presId="urn:microsoft.com/office/officeart/2017/3/layout/DropPinTimeline"/>
    <dgm:cxn modelId="{89A4AE62-8B1E-4885-BFA2-13A024BAB1CA}" type="presParOf" srcId="{8CDE1096-163E-46B7-A3E7-322CCB595729}" destId="{30108D8B-C7FF-45A7-AF70-F5E802EB938E}" srcOrd="2" destOrd="0" presId="urn:microsoft.com/office/officeart/2017/3/layout/DropPinTimeline"/>
    <dgm:cxn modelId="{3EFB79C0-24B9-41F1-B9F9-2301DCB29415}" type="presParOf" srcId="{8CDE1096-163E-46B7-A3E7-322CCB595729}" destId="{95884DF2-8257-43E6-903C-0D8258C45A87}" srcOrd="3" destOrd="0" presId="urn:microsoft.com/office/officeart/2017/3/layout/DropPinTimeline"/>
    <dgm:cxn modelId="{808D63C5-C6D0-478A-BD83-C762C8D7F952}" type="presParOf" srcId="{8CDE1096-163E-46B7-A3E7-322CCB595729}" destId="{540AF85F-8BBF-4732-BC86-F61F90F2ED03}" srcOrd="4" destOrd="0" presId="urn:microsoft.com/office/officeart/2017/3/layout/DropPinTimeline"/>
    <dgm:cxn modelId="{6D6A1F70-5B25-47F8-ADBE-F3B921A156AE}" type="presParOf" srcId="{8CDE1096-163E-46B7-A3E7-322CCB595729}" destId="{8602AD41-B48B-415C-B77C-AD9A7FAEAFC0}" srcOrd="5" destOrd="0" presId="urn:microsoft.com/office/officeart/2017/3/layout/DropPinTimeline"/>
    <dgm:cxn modelId="{3C1D4267-D96A-4FDD-94D9-20BCFF17F9B9}" type="presParOf" srcId="{A9B4E3B7-E730-4EE3-B37A-B80B15B76213}" destId="{3C870E2D-284F-4868-AEFF-F4CF639B5371}" srcOrd="7" destOrd="0" presId="urn:microsoft.com/office/officeart/2017/3/layout/DropPinTimeline"/>
    <dgm:cxn modelId="{932154A0-5D49-4A10-84C1-05FFDA81E514}" type="presParOf" srcId="{A9B4E3B7-E730-4EE3-B37A-B80B15B76213}" destId="{7D4CCCE3-4434-4BE0-B377-0982554452B8}" srcOrd="8" destOrd="0" presId="urn:microsoft.com/office/officeart/2017/3/layout/DropPinTimeline"/>
    <dgm:cxn modelId="{6C162DAA-E1FE-4088-95AE-E24D3B37B3FD}" type="presParOf" srcId="{7D4CCCE3-4434-4BE0-B377-0982554452B8}" destId="{2E52020C-347A-4C9F-BC32-C16777D38671}" srcOrd="0" destOrd="0" presId="urn:microsoft.com/office/officeart/2017/3/layout/DropPinTimeline"/>
    <dgm:cxn modelId="{722A1D24-E485-4BA0-8309-681CFD01E8A9}" type="presParOf" srcId="{7D4CCCE3-4434-4BE0-B377-0982554452B8}" destId="{8AF198BA-FCAB-4BC4-93AF-BD5997EAC59B}" srcOrd="1" destOrd="0" presId="urn:microsoft.com/office/officeart/2017/3/layout/DropPinTimeline"/>
    <dgm:cxn modelId="{1D97AA51-14FB-4E5C-9DBE-DA9EE6B80950}" type="presParOf" srcId="{8AF198BA-FCAB-4BC4-93AF-BD5997EAC59B}" destId="{D55882B4-39CE-474D-A05B-6136DDB4011A}" srcOrd="0" destOrd="0" presId="urn:microsoft.com/office/officeart/2017/3/layout/DropPinTimeline"/>
    <dgm:cxn modelId="{07181BAD-4526-48D0-A868-8E829146C641}" type="presParOf" srcId="{8AF198BA-FCAB-4BC4-93AF-BD5997EAC59B}" destId="{59D744FE-4792-46B9-9C59-D71AEB93BAEF}" srcOrd="1" destOrd="0" presId="urn:microsoft.com/office/officeart/2017/3/layout/DropPinTimeline"/>
    <dgm:cxn modelId="{08141E3B-18FD-4D8C-B3FA-3C497AA7E2C1}" type="presParOf" srcId="{7D4CCCE3-4434-4BE0-B377-0982554452B8}" destId="{8A0FCCED-B540-4AA6-9CED-1814C020470D}" srcOrd="2" destOrd="0" presId="urn:microsoft.com/office/officeart/2017/3/layout/DropPinTimeline"/>
    <dgm:cxn modelId="{CA811720-C69B-43D4-AA98-C1B1CB350DDC}" type="presParOf" srcId="{7D4CCCE3-4434-4BE0-B377-0982554452B8}" destId="{1EA89D64-F41E-426A-9661-E371D777B1DB}" srcOrd="3" destOrd="0" presId="urn:microsoft.com/office/officeart/2017/3/layout/DropPinTimeline"/>
    <dgm:cxn modelId="{4B12D0CC-36F8-444E-875C-03848758EC10}" type="presParOf" srcId="{7D4CCCE3-4434-4BE0-B377-0982554452B8}" destId="{A9124B97-0F45-447B-AFEE-C9B15D362A84}" srcOrd="4" destOrd="0" presId="urn:microsoft.com/office/officeart/2017/3/layout/DropPinTimeline"/>
    <dgm:cxn modelId="{0881E9E9-9ABE-4903-BCD5-7F36A66AFC3C}" type="presParOf" srcId="{7D4CCCE3-4434-4BE0-B377-0982554452B8}" destId="{C46E354A-AFAD-456B-B66D-23C6E6E186AF}" srcOrd="5" destOrd="0" presId="urn:microsoft.com/office/officeart/2017/3/layout/DropPinTimeline"/>
    <dgm:cxn modelId="{5E8B6F3F-571F-4408-A5D9-8ADCC78E8E4C}" type="presParOf" srcId="{A9B4E3B7-E730-4EE3-B37A-B80B15B76213}" destId="{514B8C19-A94D-45C2-A26F-3583088CA7B8}" srcOrd="9" destOrd="0" presId="urn:microsoft.com/office/officeart/2017/3/layout/DropPinTimeline"/>
    <dgm:cxn modelId="{6AC85AA2-8C44-4FC7-9752-0471583581E4}" type="presParOf" srcId="{A9B4E3B7-E730-4EE3-B37A-B80B15B76213}" destId="{C91C3230-0C81-4E8F-A191-8CA6A5E46776}" srcOrd="10" destOrd="0" presId="urn:microsoft.com/office/officeart/2017/3/layout/DropPinTimeline"/>
    <dgm:cxn modelId="{C05635C2-4D5F-4668-B7DF-BCDA0686BCD8}" type="presParOf" srcId="{C91C3230-0C81-4E8F-A191-8CA6A5E46776}" destId="{A4249CCA-FE0A-4060-825A-99183E46BED4}" srcOrd="0" destOrd="0" presId="urn:microsoft.com/office/officeart/2017/3/layout/DropPinTimeline"/>
    <dgm:cxn modelId="{22236C34-AD52-4F8F-945F-465FFC4E87E6}" type="presParOf" srcId="{C91C3230-0C81-4E8F-A191-8CA6A5E46776}" destId="{7A943D76-11CC-4DA7-A525-43AF256EA690}" srcOrd="1" destOrd="0" presId="urn:microsoft.com/office/officeart/2017/3/layout/DropPinTimeline"/>
    <dgm:cxn modelId="{8EBDD5F3-291A-4F67-A6C5-21628A93367B}" type="presParOf" srcId="{7A943D76-11CC-4DA7-A525-43AF256EA690}" destId="{659F1803-1082-437C-A5C1-A639EF0FE199}" srcOrd="0" destOrd="0" presId="urn:microsoft.com/office/officeart/2017/3/layout/DropPinTimeline"/>
    <dgm:cxn modelId="{D39DF4B4-41BD-4670-A4F3-0600176A58F8}" type="presParOf" srcId="{7A943D76-11CC-4DA7-A525-43AF256EA690}" destId="{2BD70DE7-8F91-4127-A5F8-09804FAF3BE8}" srcOrd="1" destOrd="0" presId="urn:microsoft.com/office/officeart/2017/3/layout/DropPinTimeline"/>
    <dgm:cxn modelId="{74CBFE01-1019-43AC-8C09-D94BF181582B}" type="presParOf" srcId="{C91C3230-0C81-4E8F-A191-8CA6A5E46776}" destId="{103B217A-994B-4D78-96C0-546A4143BCBD}" srcOrd="2" destOrd="0" presId="urn:microsoft.com/office/officeart/2017/3/layout/DropPinTimeline"/>
    <dgm:cxn modelId="{B16EE515-868F-41FA-8F4A-931194DF61B0}" type="presParOf" srcId="{C91C3230-0C81-4E8F-A191-8CA6A5E46776}" destId="{2A5FEC48-A31F-4BD0-853D-8EAF44461E56}" srcOrd="3" destOrd="0" presId="urn:microsoft.com/office/officeart/2017/3/layout/DropPinTimeline"/>
    <dgm:cxn modelId="{2E86138E-9FD7-46FA-B729-B7418214F919}" type="presParOf" srcId="{C91C3230-0C81-4E8F-A191-8CA6A5E46776}" destId="{797111AA-7D98-450A-9552-FEC61C051304}" srcOrd="4" destOrd="0" presId="urn:microsoft.com/office/officeart/2017/3/layout/DropPinTimeline"/>
    <dgm:cxn modelId="{5A53C228-33A3-4579-B8ED-73A44832240D}" type="presParOf" srcId="{C91C3230-0C81-4E8F-A191-8CA6A5E46776}" destId="{A6077AF2-8827-4C53-9EBD-57E2C4ED7864}" srcOrd="5" destOrd="0" presId="urn:microsoft.com/office/officeart/2017/3/layout/DropPinTimeline"/>
    <dgm:cxn modelId="{E53D29B7-EDF6-431C-B0FB-E122B7A406F5}" type="presParOf" srcId="{A9B4E3B7-E730-4EE3-B37A-B80B15B76213}" destId="{E1D01A24-089C-451E-94B5-7B72BF4CF033}" srcOrd="11" destOrd="0" presId="urn:microsoft.com/office/officeart/2017/3/layout/DropPinTimeline"/>
    <dgm:cxn modelId="{5369CA68-2471-4A8B-B485-7B030368F998}" type="presParOf" srcId="{A9B4E3B7-E730-4EE3-B37A-B80B15B76213}" destId="{03460CF0-D1B1-49E4-BB46-B371120D535C}" srcOrd="12" destOrd="0" presId="urn:microsoft.com/office/officeart/2017/3/layout/DropPinTimeline"/>
    <dgm:cxn modelId="{700F44CE-13EB-47D1-9774-97341EB97B03}" type="presParOf" srcId="{03460CF0-D1B1-49E4-BB46-B371120D535C}" destId="{5628327F-CED0-415D-A304-CE393F6CBD84}" srcOrd="0" destOrd="0" presId="urn:microsoft.com/office/officeart/2017/3/layout/DropPinTimeline"/>
    <dgm:cxn modelId="{79290E03-B59C-4766-963C-2DBDBD0BA2D0}" type="presParOf" srcId="{03460CF0-D1B1-49E4-BB46-B371120D535C}" destId="{10D40874-4174-41BB-B6E8-E66FC2EEDD3F}" srcOrd="1" destOrd="0" presId="urn:microsoft.com/office/officeart/2017/3/layout/DropPinTimeline"/>
    <dgm:cxn modelId="{EB548E21-399F-494F-8B26-805BD9E858FC}" type="presParOf" srcId="{10D40874-4174-41BB-B6E8-E66FC2EEDD3F}" destId="{A38DE635-11D6-4BC1-96C3-E1983663F83A}" srcOrd="0" destOrd="0" presId="urn:microsoft.com/office/officeart/2017/3/layout/DropPinTimeline"/>
    <dgm:cxn modelId="{F698FC98-7810-412A-AECD-E87F9D51AADD}" type="presParOf" srcId="{10D40874-4174-41BB-B6E8-E66FC2EEDD3F}" destId="{861BC842-C09D-4A72-986A-4165A3BAE81F}" srcOrd="1" destOrd="0" presId="urn:microsoft.com/office/officeart/2017/3/layout/DropPinTimeline"/>
    <dgm:cxn modelId="{448EFF79-86A2-418E-8908-63AFF61A6BF9}" type="presParOf" srcId="{03460CF0-D1B1-49E4-BB46-B371120D535C}" destId="{F79C665A-5692-4028-B054-8D96BF147FC2}" srcOrd="2" destOrd="0" presId="urn:microsoft.com/office/officeart/2017/3/layout/DropPinTimeline"/>
    <dgm:cxn modelId="{C7C33B7B-55AC-48D6-BAAC-BF43EA6EFF3F}" type="presParOf" srcId="{03460CF0-D1B1-49E4-BB46-B371120D535C}" destId="{9E767E6F-CD38-41A1-942C-7A9B7E30DA1F}" srcOrd="3" destOrd="0" presId="urn:microsoft.com/office/officeart/2017/3/layout/DropPinTimeline"/>
    <dgm:cxn modelId="{224D25AA-92B6-430B-960A-55AA935F9A6D}" type="presParOf" srcId="{03460CF0-D1B1-49E4-BB46-B371120D535C}" destId="{1841AB38-1EDC-45CC-9E1A-7F116E7CEF8E}" srcOrd="4" destOrd="0" presId="urn:microsoft.com/office/officeart/2017/3/layout/DropPinTimeline"/>
    <dgm:cxn modelId="{4D9417C5-93DB-4893-A463-ED58378E39A7}" type="presParOf" srcId="{03460CF0-D1B1-49E4-BB46-B371120D535C}" destId="{D5CD3AEF-D459-47E6-8659-FF761515A03F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0CB09-2D81-4C21-BA5A-408AD0606B1E}">
      <dsp:nvSpPr>
        <dsp:cNvPr id="0" name=""/>
        <dsp:cNvSpPr/>
      </dsp:nvSpPr>
      <dsp:spPr>
        <a:xfrm>
          <a:off x="0" y="1792212"/>
          <a:ext cx="10107139" cy="0"/>
        </a:xfrm>
        <a:prstGeom prst="lin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C520F-F904-443B-B9EA-557E3D5EE327}">
      <dsp:nvSpPr>
        <dsp:cNvPr id="0" name=""/>
        <dsp:cNvSpPr/>
      </dsp:nvSpPr>
      <dsp:spPr>
        <a:xfrm rot="8100000">
          <a:off x="57559" y="419356"/>
          <a:ext cx="267630" cy="26763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081567-6E1F-4B34-96D4-8E992713E069}">
      <dsp:nvSpPr>
        <dsp:cNvPr id="0" name=""/>
        <dsp:cNvSpPr/>
      </dsp:nvSpPr>
      <dsp:spPr>
        <a:xfrm>
          <a:off x="87290" y="449088"/>
          <a:ext cx="208167" cy="208167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C70FE2-480D-4A8F-A764-FBED8C032DD0}">
      <dsp:nvSpPr>
        <dsp:cNvPr id="0" name=""/>
        <dsp:cNvSpPr/>
      </dsp:nvSpPr>
      <dsp:spPr>
        <a:xfrm>
          <a:off x="380617" y="742414"/>
          <a:ext cx="1886279" cy="1077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Para que sirven las matematicas?</a:t>
          </a:r>
        </a:p>
      </dsp:txBody>
      <dsp:txXfrm>
        <a:off x="380617" y="742414"/>
        <a:ext cx="1886279" cy="1077229"/>
      </dsp:txXfrm>
    </dsp:sp>
    <dsp:sp modelId="{47D34C1B-356E-4346-A6D9-CF8689B1C65C}">
      <dsp:nvSpPr>
        <dsp:cNvPr id="0" name=""/>
        <dsp:cNvSpPr/>
      </dsp:nvSpPr>
      <dsp:spPr>
        <a:xfrm>
          <a:off x="380617" y="363928"/>
          <a:ext cx="1886279" cy="378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/>
            <a:t>June 2023</a:t>
          </a:r>
        </a:p>
      </dsp:txBody>
      <dsp:txXfrm>
        <a:off x="380617" y="363928"/>
        <a:ext cx="1886279" cy="378486"/>
      </dsp:txXfrm>
    </dsp:sp>
    <dsp:sp modelId="{19EDF79B-C2C7-4121-8195-EE5055FF081B}">
      <dsp:nvSpPr>
        <dsp:cNvPr id="0" name=""/>
        <dsp:cNvSpPr/>
      </dsp:nvSpPr>
      <dsp:spPr>
        <a:xfrm>
          <a:off x="191374" y="742414"/>
          <a:ext cx="0" cy="1077229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7D1506-8DB1-42BF-AAF2-058731E481A1}">
      <dsp:nvSpPr>
        <dsp:cNvPr id="0" name=""/>
        <dsp:cNvSpPr/>
      </dsp:nvSpPr>
      <dsp:spPr>
        <a:xfrm>
          <a:off x="157310" y="1785580"/>
          <a:ext cx="68127" cy="68127"/>
        </a:xfrm>
        <a:prstGeom prst="ellipse">
          <a:avLst/>
        </a:prstGeom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F4734A-7C12-40C2-BC29-537B4ED1C405}">
      <dsp:nvSpPr>
        <dsp:cNvPr id="0" name=""/>
        <dsp:cNvSpPr/>
      </dsp:nvSpPr>
      <dsp:spPr>
        <a:xfrm rot="18900000">
          <a:off x="1193872" y="2952302"/>
          <a:ext cx="267630" cy="26763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FD3F5D-13DC-4AAE-8480-8484AF41638E}">
      <dsp:nvSpPr>
        <dsp:cNvPr id="0" name=""/>
        <dsp:cNvSpPr/>
      </dsp:nvSpPr>
      <dsp:spPr>
        <a:xfrm>
          <a:off x="1223603" y="2982033"/>
          <a:ext cx="208167" cy="208167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1E093-2B87-4F34-8404-5313B1D562AE}">
      <dsp:nvSpPr>
        <dsp:cNvPr id="0" name=""/>
        <dsp:cNvSpPr/>
      </dsp:nvSpPr>
      <dsp:spPr>
        <a:xfrm>
          <a:off x="1516930" y="1819644"/>
          <a:ext cx="1886279" cy="1077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635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Para que sirven las matematicas? Vista general a las aplicaciones de ingenieria.</a:t>
          </a:r>
        </a:p>
      </dsp:txBody>
      <dsp:txXfrm>
        <a:off x="1516930" y="1819644"/>
        <a:ext cx="1886279" cy="1077229"/>
      </dsp:txXfrm>
    </dsp:sp>
    <dsp:sp modelId="{E3F0459C-6FE5-4341-82ED-C1BD698FBEBF}">
      <dsp:nvSpPr>
        <dsp:cNvPr id="0" name=""/>
        <dsp:cNvSpPr/>
      </dsp:nvSpPr>
      <dsp:spPr>
        <a:xfrm>
          <a:off x="1516930" y="2896874"/>
          <a:ext cx="1886279" cy="378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/>
            <a:t>Apr. 2024</a:t>
          </a:r>
        </a:p>
      </dsp:txBody>
      <dsp:txXfrm>
        <a:off x="1516930" y="2896874"/>
        <a:ext cx="1886279" cy="378486"/>
      </dsp:txXfrm>
    </dsp:sp>
    <dsp:sp modelId="{CCCA6A3B-D214-4AD2-962E-B6E639F5809C}">
      <dsp:nvSpPr>
        <dsp:cNvPr id="0" name=""/>
        <dsp:cNvSpPr/>
      </dsp:nvSpPr>
      <dsp:spPr>
        <a:xfrm>
          <a:off x="1327687" y="1819644"/>
          <a:ext cx="0" cy="1077229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91F0CB-EE1E-4A73-B4BD-142F2F00DA1F}">
      <dsp:nvSpPr>
        <dsp:cNvPr id="0" name=""/>
        <dsp:cNvSpPr/>
      </dsp:nvSpPr>
      <dsp:spPr>
        <a:xfrm>
          <a:off x="1293623" y="1785580"/>
          <a:ext cx="68127" cy="68127"/>
        </a:xfrm>
        <a:prstGeom prst="ellipse">
          <a:avLst/>
        </a:prstGeom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394C4F-5AD0-4560-A687-6525AA952CA5}">
      <dsp:nvSpPr>
        <dsp:cNvPr id="0" name=""/>
        <dsp:cNvSpPr/>
      </dsp:nvSpPr>
      <dsp:spPr>
        <a:xfrm rot="8100000">
          <a:off x="2330185" y="419356"/>
          <a:ext cx="267630" cy="26763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6DC203-018E-4526-B132-F2C8838FA8CE}">
      <dsp:nvSpPr>
        <dsp:cNvPr id="0" name=""/>
        <dsp:cNvSpPr/>
      </dsp:nvSpPr>
      <dsp:spPr>
        <a:xfrm>
          <a:off x="2359916" y="449088"/>
          <a:ext cx="208167" cy="208167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4E036-B442-4734-836C-589CECA23995}">
      <dsp:nvSpPr>
        <dsp:cNvPr id="0" name=""/>
        <dsp:cNvSpPr/>
      </dsp:nvSpPr>
      <dsp:spPr>
        <a:xfrm>
          <a:off x="2653243" y="742414"/>
          <a:ext cx="1886279" cy="1077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3500" rIns="63500" bIns="952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Agosto 2024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Python y POO</a:t>
          </a:r>
        </a:p>
      </dsp:txBody>
      <dsp:txXfrm>
        <a:off x="2653243" y="742414"/>
        <a:ext cx="1886279" cy="1077229"/>
      </dsp:txXfrm>
    </dsp:sp>
    <dsp:sp modelId="{1FFE646E-6477-4C93-8681-34A90B80C1BA}">
      <dsp:nvSpPr>
        <dsp:cNvPr id="0" name=""/>
        <dsp:cNvSpPr/>
      </dsp:nvSpPr>
      <dsp:spPr>
        <a:xfrm>
          <a:off x="2653243" y="363928"/>
          <a:ext cx="1886279" cy="378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/>
            <a:t>2024</a:t>
          </a:r>
        </a:p>
      </dsp:txBody>
      <dsp:txXfrm>
        <a:off x="2653243" y="363928"/>
        <a:ext cx="1886279" cy="378486"/>
      </dsp:txXfrm>
    </dsp:sp>
    <dsp:sp modelId="{9607D1BD-3BD6-498A-A452-494F1148244C}">
      <dsp:nvSpPr>
        <dsp:cNvPr id="0" name=""/>
        <dsp:cNvSpPr/>
      </dsp:nvSpPr>
      <dsp:spPr>
        <a:xfrm>
          <a:off x="2464000" y="742414"/>
          <a:ext cx="0" cy="1077229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3B2A1E-2FB1-4797-B1EA-82EF2D0745E0}">
      <dsp:nvSpPr>
        <dsp:cNvPr id="0" name=""/>
        <dsp:cNvSpPr/>
      </dsp:nvSpPr>
      <dsp:spPr>
        <a:xfrm>
          <a:off x="2429936" y="1785580"/>
          <a:ext cx="68127" cy="68127"/>
        </a:xfrm>
        <a:prstGeom prst="ellipse">
          <a:avLst/>
        </a:prstGeom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A9D3C4-C4E1-48B4-96DA-213CD5607067}">
      <dsp:nvSpPr>
        <dsp:cNvPr id="0" name=""/>
        <dsp:cNvSpPr/>
      </dsp:nvSpPr>
      <dsp:spPr>
        <a:xfrm rot="18900000">
          <a:off x="3466498" y="2952302"/>
          <a:ext cx="267630" cy="26763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1779B7-47E7-4BE5-A732-DAA9EE63BA84}">
      <dsp:nvSpPr>
        <dsp:cNvPr id="0" name=""/>
        <dsp:cNvSpPr/>
      </dsp:nvSpPr>
      <dsp:spPr>
        <a:xfrm>
          <a:off x="3496229" y="2982033"/>
          <a:ext cx="208167" cy="208167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08D8B-C7FF-45A7-AF70-F5E802EB938E}">
      <dsp:nvSpPr>
        <dsp:cNvPr id="0" name=""/>
        <dsp:cNvSpPr/>
      </dsp:nvSpPr>
      <dsp:spPr>
        <a:xfrm>
          <a:off x="3789556" y="1819644"/>
          <a:ext cx="1886279" cy="1077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635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Noviembre 2024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MakeX 2024 – Cuarto </a:t>
          </a:r>
          <a:r>
            <a:rPr lang="en-US" sz="800" kern="1200" dirty="0" err="1"/>
            <a:t>lugar</a:t>
          </a:r>
          <a:r>
            <a:rPr lang="en-US" sz="800" kern="1200" dirty="0"/>
            <a:t> Nacional (Nivel </a:t>
          </a:r>
          <a:r>
            <a:rPr lang="en-US" sz="800" kern="1200" dirty="0" err="1"/>
            <a:t>secundaria</a:t>
          </a:r>
          <a:r>
            <a:rPr lang="en-US" sz="800" kern="1200" dirty="0"/>
            <a:t> – </a:t>
          </a:r>
          <a:r>
            <a:rPr lang="en-US" sz="800" kern="1200" dirty="0" err="1"/>
            <a:t>Robotica</a:t>
          </a:r>
          <a:r>
            <a:rPr lang="en-US" sz="800" kern="1200" dirty="0"/>
            <a:t> de </a:t>
          </a:r>
          <a:r>
            <a:rPr lang="en-US" sz="800" kern="1200" dirty="0" err="1"/>
            <a:t>rescate</a:t>
          </a:r>
          <a:r>
            <a:rPr lang="en-US" sz="800" kern="1200" dirty="0"/>
            <a:t>)</a:t>
          </a:r>
        </a:p>
      </dsp:txBody>
      <dsp:txXfrm>
        <a:off x="3789556" y="1819644"/>
        <a:ext cx="1886279" cy="1077229"/>
      </dsp:txXfrm>
    </dsp:sp>
    <dsp:sp modelId="{95884DF2-8257-43E6-903C-0D8258C45A87}">
      <dsp:nvSpPr>
        <dsp:cNvPr id="0" name=""/>
        <dsp:cNvSpPr/>
      </dsp:nvSpPr>
      <dsp:spPr>
        <a:xfrm>
          <a:off x="3789556" y="2896874"/>
          <a:ext cx="1886279" cy="378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/>
            <a:t>2024</a:t>
          </a:r>
        </a:p>
      </dsp:txBody>
      <dsp:txXfrm>
        <a:off x="3789556" y="2896874"/>
        <a:ext cx="1886279" cy="378486"/>
      </dsp:txXfrm>
    </dsp:sp>
    <dsp:sp modelId="{540AF85F-8BBF-4732-BC86-F61F90F2ED03}">
      <dsp:nvSpPr>
        <dsp:cNvPr id="0" name=""/>
        <dsp:cNvSpPr/>
      </dsp:nvSpPr>
      <dsp:spPr>
        <a:xfrm>
          <a:off x="3600313" y="1819644"/>
          <a:ext cx="0" cy="1077229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1EDBE7-7E45-4726-9C26-51D6B02DD932}">
      <dsp:nvSpPr>
        <dsp:cNvPr id="0" name=""/>
        <dsp:cNvSpPr/>
      </dsp:nvSpPr>
      <dsp:spPr>
        <a:xfrm>
          <a:off x="3566249" y="1785580"/>
          <a:ext cx="68127" cy="68127"/>
        </a:xfrm>
        <a:prstGeom prst="ellipse">
          <a:avLst/>
        </a:prstGeom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5882B4-39CE-474D-A05B-6136DDB4011A}">
      <dsp:nvSpPr>
        <dsp:cNvPr id="0" name=""/>
        <dsp:cNvSpPr/>
      </dsp:nvSpPr>
      <dsp:spPr>
        <a:xfrm rot="8100000">
          <a:off x="4927501" y="419356"/>
          <a:ext cx="267630" cy="26763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D744FE-4792-46B9-9C59-D71AEB93BAEF}">
      <dsp:nvSpPr>
        <dsp:cNvPr id="0" name=""/>
        <dsp:cNvSpPr/>
      </dsp:nvSpPr>
      <dsp:spPr>
        <a:xfrm>
          <a:off x="4957233" y="449088"/>
          <a:ext cx="208167" cy="208167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FCCED-B540-4AA6-9CED-1814C020470D}">
      <dsp:nvSpPr>
        <dsp:cNvPr id="0" name=""/>
        <dsp:cNvSpPr/>
      </dsp:nvSpPr>
      <dsp:spPr>
        <a:xfrm>
          <a:off x="5304611" y="626427"/>
          <a:ext cx="3292632" cy="1077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50800" bIns="762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Mayo 2025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MakeX 2025 – 1o, 2do y 3er </a:t>
          </a:r>
          <a:r>
            <a:rPr lang="en-US" sz="800" kern="1200" dirty="0" err="1"/>
            <a:t>lugar</a:t>
          </a:r>
          <a:r>
            <a:rPr lang="en-US" sz="800" kern="1200" dirty="0"/>
            <a:t> Nacional y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obteniendo</a:t>
          </a:r>
          <a:r>
            <a:rPr lang="en-US" sz="800" kern="1200" dirty="0"/>
            <a:t> </a:t>
          </a:r>
          <a:r>
            <a:rPr lang="en-US" sz="800" kern="1200" dirty="0" err="1"/>
            <a:t>pases</a:t>
          </a:r>
          <a:r>
            <a:rPr lang="en-US" sz="800" kern="1200" dirty="0"/>
            <a:t> para </a:t>
          </a:r>
          <a:r>
            <a:rPr lang="en-US" sz="800" kern="1200" dirty="0" err="1"/>
            <a:t>competencias</a:t>
          </a:r>
          <a:endParaRPr lang="en-US" sz="800" kern="1200" dirty="0"/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internacionales</a:t>
          </a:r>
          <a:endParaRPr lang="en-US" sz="800" kern="1200" dirty="0"/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(Nivel </a:t>
          </a:r>
          <a:r>
            <a:rPr lang="en-US" sz="800" kern="1200" dirty="0" err="1"/>
            <a:t>secundaria</a:t>
          </a:r>
          <a:r>
            <a:rPr lang="en-US" sz="800" kern="1200" dirty="0"/>
            <a:t>/</a:t>
          </a:r>
          <a:r>
            <a:rPr lang="en-US" sz="800" kern="1200" dirty="0" err="1"/>
            <a:t>bachillerato</a:t>
          </a:r>
          <a:r>
            <a:rPr lang="en-US" sz="800" kern="1200" dirty="0"/>
            <a:t> – </a:t>
          </a:r>
          <a:r>
            <a:rPr lang="en-US" sz="800" kern="1200" dirty="0" err="1"/>
            <a:t>Robotica</a:t>
          </a:r>
          <a:r>
            <a:rPr lang="en-US" sz="800" kern="1200" dirty="0"/>
            <a:t> de </a:t>
          </a:r>
          <a:r>
            <a:rPr lang="en-US" sz="800" kern="1200" dirty="0" err="1"/>
            <a:t>rescate</a:t>
          </a:r>
          <a:r>
            <a:rPr lang="en-US" sz="800" kern="1200" dirty="0"/>
            <a:t>)</a:t>
          </a:r>
        </a:p>
      </dsp:txBody>
      <dsp:txXfrm>
        <a:off x="5304611" y="626427"/>
        <a:ext cx="3292632" cy="1077229"/>
      </dsp:txXfrm>
    </dsp:sp>
    <dsp:sp modelId="{1EA89D64-F41E-426A-9661-E371D777B1DB}">
      <dsp:nvSpPr>
        <dsp:cNvPr id="0" name=""/>
        <dsp:cNvSpPr/>
      </dsp:nvSpPr>
      <dsp:spPr>
        <a:xfrm>
          <a:off x="5304611" y="247941"/>
          <a:ext cx="3292632" cy="378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/>
            <a:t>2025</a:t>
          </a:r>
        </a:p>
      </dsp:txBody>
      <dsp:txXfrm>
        <a:off x="5304611" y="247941"/>
        <a:ext cx="3292632" cy="378486"/>
      </dsp:txXfrm>
    </dsp:sp>
    <dsp:sp modelId="{A9124B97-0F45-447B-AFEE-C9B15D362A84}">
      <dsp:nvSpPr>
        <dsp:cNvPr id="0" name=""/>
        <dsp:cNvSpPr/>
      </dsp:nvSpPr>
      <dsp:spPr>
        <a:xfrm>
          <a:off x="5061316" y="742414"/>
          <a:ext cx="0" cy="1077229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2020C-347A-4C9F-BC32-C16777D38671}">
      <dsp:nvSpPr>
        <dsp:cNvPr id="0" name=""/>
        <dsp:cNvSpPr/>
      </dsp:nvSpPr>
      <dsp:spPr>
        <a:xfrm>
          <a:off x="5027253" y="1785580"/>
          <a:ext cx="68127" cy="68127"/>
        </a:xfrm>
        <a:prstGeom prst="ellipse">
          <a:avLst/>
        </a:prstGeom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9F1803-1082-437C-A5C1-A639EF0FE199}">
      <dsp:nvSpPr>
        <dsp:cNvPr id="0" name=""/>
        <dsp:cNvSpPr/>
      </dsp:nvSpPr>
      <dsp:spPr>
        <a:xfrm rot="18900000">
          <a:off x="6759131" y="2952302"/>
          <a:ext cx="267630" cy="26763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D70DE7-8F91-4127-A5F8-09804FAF3BE8}">
      <dsp:nvSpPr>
        <dsp:cNvPr id="0" name=""/>
        <dsp:cNvSpPr/>
      </dsp:nvSpPr>
      <dsp:spPr>
        <a:xfrm>
          <a:off x="6788862" y="2982033"/>
          <a:ext cx="208167" cy="208167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B217A-994B-4D78-96C0-546A4143BCBD}">
      <dsp:nvSpPr>
        <dsp:cNvPr id="0" name=""/>
        <dsp:cNvSpPr/>
      </dsp:nvSpPr>
      <dsp:spPr>
        <a:xfrm>
          <a:off x="7082189" y="1819644"/>
          <a:ext cx="1886279" cy="1077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63500" numCol="1" spcCol="1270" anchor="b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Noviembre</a:t>
          </a:r>
          <a:r>
            <a:rPr lang="en-US" sz="1000" kern="1200" dirty="0"/>
            <a:t> 2025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MakeX 2025 – Ultimate </a:t>
          </a:r>
          <a:r>
            <a:rPr lang="en-US" sz="800" kern="1200" dirty="0" err="1"/>
            <a:t>Challengue</a:t>
          </a:r>
          <a:r>
            <a:rPr lang="en-US" sz="800" kern="1200" dirty="0"/>
            <a:t> (</a:t>
          </a:r>
          <a:r>
            <a:rPr lang="en-US" sz="800" kern="1200" dirty="0" err="1"/>
            <a:t>Bachillerato</a:t>
          </a:r>
          <a:r>
            <a:rPr lang="en-US" sz="800" kern="1200" dirty="0"/>
            <a:t>/Universidad)</a:t>
          </a:r>
        </a:p>
      </dsp:txBody>
      <dsp:txXfrm>
        <a:off x="7082189" y="1819644"/>
        <a:ext cx="1886279" cy="1077229"/>
      </dsp:txXfrm>
    </dsp:sp>
    <dsp:sp modelId="{2A5FEC48-A31F-4BD0-853D-8EAF44461E56}">
      <dsp:nvSpPr>
        <dsp:cNvPr id="0" name=""/>
        <dsp:cNvSpPr/>
      </dsp:nvSpPr>
      <dsp:spPr>
        <a:xfrm>
          <a:off x="7082189" y="2896874"/>
          <a:ext cx="1886279" cy="378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/>
            <a:t>2025</a:t>
          </a:r>
        </a:p>
      </dsp:txBody>
      <dsp:txXfrm>
        <a:off x="7082189" y="2896874"/>
        <a:ext cx="1886279" cy="378486"/>
      </dsp:txXfrm>
    </dsp:sp>
    <dsp:sp modelId="{797111AA-7D98-450A-9552-FEC61C051304}">
      <dsp:nvSpPr>
        <dsp:cNvPr id="0" name=""/>
        <dsp:cNvSpPr/>
      </dsp:nvSpPr>
      <dsp:spPr>
        <a:xfrm>
          <a:off x="6892946" y="1819644"/>
          <a:ext cx="0" cy="1077229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49CCA-FE0A-4060-825A-99183E46BED4}">
      <dsp:nvSpPr>
        <dsp:cNvPr id="0" name=""/>
        <dsp:cNvSpPr/>
      </dsp:nvSpPr>
      <dsp:spPr>
        <a:xfrm>
          <a:off x="6858882" y="1785580"/>
          <a:ext cx="68127" cy="68127"/>
        </a:xfrm>
        <a:prstGeom prst="ellipse">
          <a:avLst/>
        </a:prstGeom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8DE635-11D6-4BC1-96C3-E1983663F83A}">
      <dsp:nvSpPr>
        <dsp:cNvPr id="0" name=""/>
        <dsp:cNvSpPr/>
      </dsp:nvSpPr>
      <dsp:spPr>
        <a:xfrm rot="8100000">
          <a:off x="7895444" y="419356"/>
          <a:ext cx="267630" cy="267630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1BC842-C09D-4A72-986A-4165A3BAE81F}">
      <dsp:nvSpPr>
        <dsp:cNvPr id="0" name=""/>
        <dsp:cNvSpPr/>
      </dsp:nvSpPr>
      <dsp:spPr>
        <a:xfrm>
          <a:off x="7925175" y="449088"/>
          <a:ext cx="208167" cy="208167"/>
        </a:xfrm>
        <a:prstGeom prst="ellipse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C665A-5692-4028-B054-8D96BF147FC2}">
      <dsp:nvSpPr>
        <dsp:cNvPr id="0" name=""/>
        <dsp:cNvSpPr/>
      </dsp:nvSpPr>
      <dsp:spPr>
        <a:xfrm>
          <a:off x="8218502" y="742414"/>
          <a:ext cx="1879943" cy="1077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767E6F-CD38-41A1-942C-7A9B7E30DA1F}">
      <dsp:nvSpPr>
        <dsp:cNvPr id="0" name=""/>
        <dsp:cNvSpPr/>
      </dsp:nvSpPr>
      <dsp:spPr>
        <a:xfrm>
          <a:off x="8218502" y="363928"/>
          <a:ext cx="1879943" cy="378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255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2026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300" kern="1200" dirty="0"/>
        </a:p>
      </dsp:txBody>
      <dsp:txXfrm>
        <a:off x="8218502" y="363928"/>
        <a:ext cx="1879943" cy="378486"/>
      </dsp:txXfrm>
    </dsp:sp>
    <dsp:sp modelId="{1841AB38-1EDC-45CC-9E1A-7F116E7CEF8E}">
      <dsp:nvSpPr>
        <dsp:cNvPr id="0" name=""/>
        <dsp:cNvSpPr/>
      </dsp:nvSpPr>
      <dsp:spPr>
        <a:xfrm>
          <a:off x="8029259" y="742414"/>
          <a:ext cx="0" cy="1077229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28327F-CED0-415D-A304-CE393F6CBD84}">
      <dsp:nvSpPr>
        <dsp:cNvPr id="0" name=""/>
        <dsp:cNvSpPr/>
      </dsp:nvSpPr>
      <dsp:spPr>
        <a:xfrm>
          <a:off x="7995195" y="1785580"/>
          <a:ext cx="68127" cy="68127"/>
        </a:xfrm>
        <a:prstGeom prst="ellipse">
          <a:avLst/>
        </a:prstGeom>
        <a:gradFill rotWithShape="0">
          <a:gsLst>
            <a:gs pos="0">
              <a:schemeClr val="dk2">
                <a:satMod val="103000"/>
                <a:lumMod val="102000"/>
                <a:tint val="94000"/>
              </a:schemeClr>
            </a:gs>
            <a:gs pos="50000">
              <a:schemeClr val="dk2">
                <a:satMod val="110000"/>
                <a:lumMod val="100000"/>
                <a:shade val="100000"/>
              </a:schemeClr>
            </a:gs>
            <a:gs pos="100000">
              <a:schemeClr val="dk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079E-4586-8EC6-9842-C9F20D0F5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9F92D-8655-E026-6203-6629F049B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84F53-936E-F3D8-3456-E8C32657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063B-9378-0147-55E8-71EC8571D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01E3D-1D53-1949-08E9-AD166D03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FBD2-B276-8BDB-74CA-E7BF83A0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2E54-1097-031F-AFCC-C6CB3ADF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46EBA-031C-E7CE-BD32-A671132C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134ED-A72C-31BC-4119-ECEC0F82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EBBEC-F3CE-B7CF-60DD-439B797A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85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57C7-1349-25AB-323D-32D9F4ED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963A2-6679-0FFF-47ED-C725BCCE0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139F2-0701-2A70-F203-737091F2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F16F-C87F-2CBF-C3F9-82B88D76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735BA-8689-2F41-9A86-70A74D48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89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0656-8C8C-4171-8ACB-FC1D3356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5671B-9869-DD19-FECC-1F4402E47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1424E-E142-E504-65A7-BB9D6A239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2A3CE-8444-1308-3924-43F29658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94676-457E-89BD-CEC7-B46327AB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FB0F2-94E4-761C-F9F9-D8D65349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8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1065-759A-267B-A234-A6D0A0F5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4F471-C602-40CB-A9C9-229A973A7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3DFAA-C208-B3EA-40E1-20A1EE93A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E39E6-27EE-CDFF-410A-E26A4EE4D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EAE94-59C5-B455-55D8-F911D3560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6FDA2-B3CC-FE84-B550-8603B28A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CFA87-3A29-F690-8ABF-781EC9D4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9CD23-209C-4A9E-EDEE-AD6D9F17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9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26F3-938E-C718-C5E4-516BF23B0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A12E9-3492-9B7B-FFA5-F1DDAB15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58FD1-CD76-A0DA-9D54-28D39696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41173-B268-6352-B184-6C2BFA5F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5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E5A449-0D5F-151F-EDDD-F19ED3D7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D35E2-3547-E669-BD53-BF5C2837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8F0FE-4B6A-2E93-CE44-FC82DCE3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5236-EE7C-9B3B-13E1-06CD29EF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BDB96-C4E6-E93D-C1AB-60C7B018C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B67C4-2436-3FD4-3CAF-4E4CE6AE3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FD096-0A04-675B-3EF5-24E33A28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7FF11-6CD3-34F5-21F7-6AF6328A2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A60B2-6453-9DC1-0951-33848B3DC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9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3A768-E187-418C-9910-97D4028C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1EC3C-5752-D8F6-04FB-ABB1C8D5B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7DB0-6AED-B3D1-8847-5079D8CB6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C8E12-E4DA-77CF-333E-8AC27C19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A31B3-769B-7B01-ACE3-2607F41A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55D0F-E817-098F-5239-E8151C45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0563-5602-DDA7-56BF-33F377D4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9E7D1-19CB-0C25-5704-3799C18F9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05C3B-A050-7F42-99D5-E1E8F859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5719F-5F7F-269C-7A66-CB5D235E0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C5B6F-804A-B4AB-F1CC-7099F9DE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F9950-C701-282C-DC06-414D7E520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3BAB7-AED0-B7E6-A8F7-23300E5AF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FEAF3-FEE2-645D-71D5-CBB28CE9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CE036-665F-C2F0-6AFC-6FDC2E83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907E9-583F-E7E3-D569-6E5CD241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22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50974-4F9D-C6DF-2AB7-D7354425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B7AFD-73B8-58FC-B306-180E15F30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CC87C-BB1E-7EF3-503B-C3B3B3E58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5F6E2-5EAC-483A-8C85-9CE05378C75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ECDF9-02A9-12DB-BE51-AAF0BC163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CBF43-FF60-3164-8461-B5B7491CC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7EB66-868D-41D1-A71F-B85A23AE51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59B24-E513-DA3D-9368-D2DDC1143ED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5986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Caterpillar: 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68785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2AE73-F0A2-CCCE-1CBB-C72BFCF40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699" y="4631161"/>
            <a:ext cx="6707366" cy="1569486"/>
          </a:xfrm>
        </p:spPr>
        <p:txBody>
          <a:bodyPr>
            <a:normAutofit/>
          </a:bodyPr>
          <a:lstStyle/>
          <a:p>
            <a:pPr algn="l"/>
            <a:endParaRPr lang="en-US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E745CA1F-1B2A-6528-520B-D20482D2D6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28437" r="13562" b="28063"/>
          <a:stretch>
            <a:fillRect/>
          </a:stretch>
        </p:blipFill>
        <p:spPr bwMode="auto">
          <a:xfrm>
            <a:off x="320040" y="2121914"/>
            <a:ext cx="4087368" cy="229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A63D217-5678-EFFA-23AD-E63E01CA11C5}"/>
              </a:ext>
            </a:extLst>
          </p:cNvPr>
          <p:cNvSpPr txBox="1">
            <a:spLocks/>
          </p:cNvSpPr>
          <p:nvPr/>
        </p:nvSpPr>
        <p:spPr>
          <a:xfrm>
            <a:off x="4853699" y="3429000"/>
            <a:ext cx="6707366" cy="1569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Julio 2026</a:t>
            </a:r>
          </a:p>
        </p:txBody>
      </p:sp>
    </p:spTree>
    <p:extLst>
      <p:ext uri="{BB962C8B-B14F-4D97-AF65-F5344CB8AC3E}">
        <p14:creationId xmlns:p14="http://schemas.microsoft.com/office/powerpoint/2010/main" val="2980748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D228-DB15-0136-0622-33D0BB7B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Quienes</a:t>
            </a:r>
            <a:r>
              <a:rPr lang="en-US" b="1" dirty="0"/>
              <a:t> </a:t>
            </a:r>
            <a:r>
              <a:rPr lang="en-US" b="1" dirty="0" err="1"/>
              <a:t>somos</a:t>
            </a:r>
            <a:r>
              <a:rPr lang="en-US" b="1" dirty="0"/>
              <a:t>? 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8479-7F6A-881D-6F0C-1EDF0249B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El club de robótica ROBOTICA76, es una organización sin fines de lucro que organizados buscamos ayudar, colaborar y consolidar espacio de formación en robótica, </a:t>
            </a:r>
            <a:r>
              <a:rPr lang="es-ES" dirty="0" err="1"/>
              <a:t>mini-robotica</a:t>
            </a:r>
            <a:r>
              <a:rPr lang="es-ES" dirty="0"/>
              <a:t> y conferencias.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598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CFC3-68AE-2A70-F333-9DE72159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MISION 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31FC7-65C1-FC9E-F2D2-327935C2C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✔️ Formar un grupo de trabajo unido para la capacitación y el fomento de la </a:t>
            </a:r>
            <a:r>
              <a:rPr lang="es-ES" dirty="0" err="1"/>
              <a:t>mini-robótica</a:t>
            </a:r>
            <a:r>
              <a:rPr lang="es-ES" dirty="0"/>
              <a:t> y robótica en el instituto, así como realizar proyectos de investigación e innovación que nos ayude al desarrollo de los alumnos y de la comunidad.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13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23F9B-035E-6453-4BF6-1D286200E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VISION 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8C10F-EC31-ED68-1552-4C75F7184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✔️ Fomentar el desarrollo tecnológico de la localidad con la participación de los jóvenes y escuelas locales, donde se demuestre el liderazgo y la iniciativa de nuestros equipos obteniendo destacados reconocimientos.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57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DE44-0A85-444D-73D3-DCCD67A7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OBJETIVOS 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52F72-D491-9338-D28A-AE551ACC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✔️ Consolidar una selección de Robótica representativa y competitiva.</a:t>
            </a:r>
          </a:p>
          <a:p>
            <a:pPr marL="0" indent="0">
              <a:buNone/>
            </a:pPr>
            <a:r>
              <a:rPr lang="es-ES" dirty="0"/>
              <a:t>✔️ Desarrollar el conocimiento tecnológico de los estudiantes.</a:t>
            </a:r>
          </a:p>
          <a:p>
            <a:pPr marL="0" indent="0">
              <a:buNone/>
            </a:pPr>
            <a:r>
              <a:rPr lang="es-ES" dirty="0"/>
              <a:t>✔️ Desarrollar proyectos de innovación tecnológica para representar a nuestra Institución en competencias.</a:t>
            </a:r>
          </a:p>
          <a:p>
            <a:pPr marL="0" indent="0">
              <a:buNone/>
            </a:pPr>
            <a:r>
              <a:rPr lang="es-ES" dirty="0"/>
              <a:t>✔️ Crear grupos de aprendizaje colectivo para el desarrollo del conocimiento.</a:t>
            </a:r>
          </a:p>
          <a:p>
            <a:pPr marL="0" indent="0">
              <a:buNone/>
            </a:pPr>
            <a:r>
              <a:rPr lang="es-ES" dirty="0"/>
              <a:t>✔️ Crear otros Clubs de Robótica en otras instituciones educativas.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6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6EDA8-0F9C-0A94-22BD-5454EC5F8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56666"/>
            <a:ext cx="6635496" cy="49766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C56F85-FA1B-39EA-1221-3D7DE1B5C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2088" y="756666"/>
            <a:ext cx="3749040" cy="4976622"/>
          </a:xfrm>
        </p:spPr>
        <p:txBody>
          <a:bodyPr>
            <a:normAutofit/>
          </a:bodyPr>
          <a:lstStyle/>
          <a:p>
            <a:r>
              <a:rPr lang="es-ES" dirty="0"/>
              <a:t>14 integrantes</a:t>
            </a:r>
            <a:endParaRPr lang="en-US" dirty="0"/>
          </a:p>
          <a:p>
            <a:pPr lvl="1"/>
            <a:r>
              <a:rPr lang="en-US" dirty="0"/>
              <a:t>13-15 </a:t>
            </a:r>
            <a:r>
              <a:rPr lang="en-US" dirty="0" err="1"/>
              <a:t>a~nos</a:t>
            </a:r>
            <a:r>
              <a:rPr lang="en-US" dirty="0"/>
              <a:t> </a:t>
            </a:r>
            <a:endParaRPr lang="es-ES" dirty="0"/>
          </a:p>
          <a:p>
            <a:r>
              <a:rPr lang="es-ES" dirty="0" err="1"/>
              <a:t>Categorias</a:t>
            </a:r>
            <a:endParaRPr lang="es-ES" dirty="0"/>
          </a:p>
          <a:p>
            <a:pPr lvl="1"/>
            <a:r>
              <a:rPr lang="es-ES" b="1" dirty="0" err="1"/>
              <a:t>Mbot</a:t>
            </a:r>
            <a:r>
              <a:rPr lang="es-ES" b="1" dirty="0"/>
              <a:t> </a:t>
            </a:r>
            <a:r>
              <a:rPr lang="es-ES" b="1" dirty="0" err="1"/>
              <a:t>Rescue</a:t>
            </a:r>
            <a:r>
              <a:rPr lang="es-ES" b="1" dirty="0"/>
              <a:t> </a:t>
            </a:r>
            <a:r>
              <a:rPr lang="es-ES" dirty="0"/>
              <a:t>– </a:t>
            </a:r>
            <a:r>
              <a:rPr lang="es-ES" dirty="0" err="1"/>
              <a:t>Robotica</a:t>
            </a:r>
            <a:r>
              <a:rPr lang="es-ES" dirty="0"/>
              <a:t> de rescate (</a:t>
            </a:r>
            <a:r>
              <a:rPr lang="es-ES" dirty="0" err="1"/>
              <a:t>Entry-Level</a:t>
            </a:r>
            <a:r>
              <a:rPr lang="es-ES" dirty="0"/>
              <a:t>)</a:t>
            </a:r>
          </a:p>
          <a:p>
            <a:pPr lvl="1"/>
            <a:r>
              <a:rPr lang="es-ES" b="1" dirty="0" err="1"/>
              <a:t>RoverX</a:t>
            </a:r>
            <a:r>
              <a:rPr lang="es-ES" b="1" dirty="0"/>
              <a:t> </a:t>
            </a:r>
            <a:r>
              <a:rPr lang="es-ES" dirty="0"/>
              <a:t>– </a:t>
            </a:r>
            <a:r>
              <a:rPr lang="es-ES" dirty="0" err="1"/>
              <a:t>Robotica</a:t>
            </a:r>
            <a:r>
              <a:rPr lang="es-ES" dirty="0"/>
              <a:t> de rescate (Intermedio)</a:t>
            </a:r>
          </a:p>
          <a:p>
            <a:pPr lvl="1"/>
            <a:r>
              <a:rPr lang="es-ES" b="1" dirty="0"/>
              <a:t>Ultimate </a:t>
            </a:r>
            <a:r>
              <a:rPr lang="es-ES" b="1" dirty="0" err="1"/>
              <a:t>Challengue</a:t>
            </a:r>
            <a:r>
              <a:rPr lang="es-ES" b="1" dirty="0"/>
              <a:t> </a:t>
            </a:r>
            <a:r>
              <a:rPr lang="es-ES" dirty="0"/>
              <a:t>– Misiones autónomas y manuales de robótica cooperativa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19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222DAA-3B02-BF28-46A1-EFE1E5116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err="1"/>
              <a:t>Integrantes</a:t>
            </a:r>
            <a:r>
              <a:rPr lang="en-US" b="1" dirty="0"/>
              <a:t> </a:t>
            </a:r>
            <a:r>
              <a:rPr lang="en-US" dirty="0"/>
              <a:t>👥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D70D6B-6E19-0655-7A40-C1DCCA76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47" y="1689354"/>
            <a:ext cx="1304734" cy="1739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8F30A7-7AC7-9B1B-0CC8-D40A8734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56" y="1689353"/>
            <a:ext cx="1304733" cy="17396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122BC5-8826-7BB0-38C3-827B64E8C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664" y="1689353"/>
            <a:ext cx="1304732" cy="17396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7B132B-F886-4E3D-95C6-9E24AEC3D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71" y="1689354"/>
            <a:ext cx="1304732" cy="17396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164E3F-17C6-C6EB-3DE6-7A18FE7A93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234"/>
          <a:stretch>
            <a:fillRect/>
          </a:stretch>
        </p:blipFill>
        <p:spPr>
          <a:xfrm>
            <a:off x="1013647" y="3959351"/>
            <a:ext cx="1754409" cy="19764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12224C-40C2-22F5-116E-9A707BAB4A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648" t="11467" r="34306" b="27733"/>
          <a:stretch>
            <a:fillRect/>
          </a:stretch>
        </p:blipFill>
        <p:spPr>
          <a:xfrm>
            <a:off x="3111800" y="3986041"/>
            <a:ext cx="1424227" cy="19764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E13A16-83A0-C96E-C8C2-B9C5C12DB4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7915" y="3951797"/>
            <a:ext cx="1486962" cy="19764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627EA3-94CD-1A5E-FADF-CAA2838ED16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208" t="31600" r="39285" b="1467"/>
          <a:stretch>
            <a:fillRect/>
          </a:stretch>
        </p:blipFill>
        <p:spPr>
          <a:xfrm>
            <a:off x="6754581" y="3951797"/>
            <a:ext cx="1304731" cy="19839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63D60E1-B863-C236-24AB-E59DD912745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3197" t="5324" r="15321" b="16666"/>
          <a:stretch>
            <a:fillRect/>
          </a:stretch>
        </p:blipFill>
        <p:spPr>
          <a:xfrm>
            <a:off x="8389273" y="3951797"/>
            <a:ext cx="1424227" cy="20106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AFD729C-32D7-FC1D-BB75-005D2F821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9678" y="1688814"/>
            <a:ext cx="1304730" cy="17420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87C94C-4725-654E-1FCC-E70112B355F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" t="24633" r="-2959" b="10160"/>
          <a:stretch>
            <a:fillRect/>
          </a:stretch>
        </p:blipFill>
        <p:spPr>
          <a:xfrm>
            <a:off x="9246183" y="1689354"/>
            <a:ext cx="1304730" cy="17396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76F49D-0E6E-21A7-BC20-1A3B21F389F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547" b="34443"/>
          <a:stretch>
            <a:fillRect/>
          </a:stretch>
        </p:blipFill>
        <p:spPr>
          <a:xfrm>
            <a:off x="10143461" y="3951796"/>
            <a:ext cx="1424227" cy="201068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F64ED59-AE0B-868A-A19E-B87161DCBC7D}"/>
              </a:ext>
            </a:extLst>
          </p:cNvPr>
          <p:cNvSpPr txBox="1"/>
          <p:nvPr/>
        </p:nvSpPr>
        <p:spPr>
          <a:xfrm>
            <a:off x="2616531" y="3481034"/>
            <a:ext cx="14737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Melissa (14)- EST76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6131D4-54BB-0CB9-56C8-D16484C16448}"/>
              </a:ext>
            </a:extLst>
          </p:cNvPr>
          <p:cNvSpPr txBox="1"/>
          <p:nvPr/>
        </p:nvSpPr>
        <p:spPr>
          <a:xfrm>
            <a:off x="1023586" y="3496165"/>
            <a:ext cx="1459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Nadia (15) -COBAO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F417F7-1BCB-6DF4-8285-838EF1C16249}"/>
              </a:ext>
            </a:extLst>
          </p:cNvPr>
          <p:cNvSpPr txBox="1"/>
          <p:nvPr/>
        </p:nvSpPr>
        <p:spPr>
          <a:xfrm>
            <a:off x="4232492" y="3481034"/>
            <a:ext cx="13708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Eileen (15)- COBAO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4467BA-EA11-66C7-49B6-6460DD735E0F}"/>
              </a:ext>
            </a:extLst>
          </p:cNvPr>
          <p:cNvSpPr txBox="1"/>
          <p:nvPr/>
        </p:nvSpPr>
        <p:spPr>
          <a:xfrm>
            <a:off x="5953171" y="3481034"/>
            <a:ext cx="1491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Ariadna (15) - COBAO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B1556F-873B-9D5A-9029-F3D8082411CC}"/>
              </a:ext>
            </a:extLst>
          </p:cNvPr>
          <p:cNvSpPr txBox="1"/>
          <p:nvPr/>
        </p:nvSpPr>
        <p:spPr>
          <a:xfrm>
            <a:off x="7599678" y="3481034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Lineth (13) – EST76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AB6031-C245-1440-D166-AF2DDB86BE9A}"/>
              </a:ext>
            </a:extLst>
          </p:cNvPr>
          <p:cNvSpPr txBox="1"/>
          <p:nvPr/>
        </p:nvSpPr>
        <p:spPr>
          <a:xfrm>
            <a:off x="9246183" y="3481034"/>
            <a:ext cx="1343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Brian (15) - COBAO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CCB48-DB2A-5382-49AA-DABF1058F581}"/>
              </a:ext>
            </a:extLst>
          </p:cNvPr>
          <p:cNvSpPr txBox="1"/>
          <p:nvPr/>
        </p:nvSpPr>
        <p:spPr>
          <a:xfrm>
            <a:off x="1034237" y="5944786"/>
            <a:ext cx="19046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Ian (16) / Carlos (15) - COBAO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E73507-B258-2E92-D492-E22E43C9994F}"/>
              </a:ext>
            </a:extLst>
          </p:cNvPr>
          <p:cNvSpPr txBox="1"/>
          <p:nvPr/>
        </p:nvSpPr>
        <p:spPr>
          <a:xfrm>
            <a:off x="2873499" y="5944786"/>
            <a:ext cx="19656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Vivian(15) / Zuriel (15)- COBAO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9395EC-A020-1A20-625C-5102FC686DAF}"/>
              </a:ext>
            </a:extLst>
          </p:cNvPr>
          <p:cNvSpPr txBox="1"/>
          <p:nvPr/>
        </p:nvSpPr>
        <p:spPr>
          <a:xfrm>
            <a:off x="4826795" y="5965078"/>
            <a:ext cx="13837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Maximo (14)- EST76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46D654-BF16-E83A-DD4B-3AFFDCDE7F4A}"/>
              </a:ext>
            </a:extLst>
          </p:cNvPr>
          <p:cNvSpPr txBox="1"/>
          <p:nvPr/>
        </p:nvSpPr>
        <p:spPr>
          <a:xfrm>
            <a:off x="6754546" y="5965078"/>
            <a:ext cx="1410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Marco (15) - COBAO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DF20B1-B93C-76D4-280C-41DDD0010663}"/>
              </a:ext>
            </a:extLst>
          </p:cNvPr>
          <p:cNvSpPr txBox="1"/>
          <p:nvPr/>
        </p:nvSpPr>
        <p:spPr>
          <a:xfrm>
            <a:off x="8449003" y="5965078"/>
            <a:ext cx="1350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Miguel (14) – EST76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B81EF4-8064-6D7B-BA22-3D9F04AF5646}"/>
              </a:ext>
            </a:extLst>
          </p:cNvPr>
          <p:cNvSpPr txBox="1"/>
          <p:nvPr/>
        </p:nvSpPr>
        <p:spPr>
          <a:xfrm>
            <a:off x="10171930" y="5965078"/>
            <a:ext cx="13773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Sergio (15)- COBAO</a:t>
            </a:r>
          </a:p>
        </p:txBody>
      </p:sp>
    </p:spTree>
    <p:extLst>
      <p:ext uri="{BB962C8B-B14F-4D97-AF65-F5344CB8AC3E}">
        <p14:creationId xmlns:p14="http://schemas.microsoft.com/office/powerpoint/2010/main" val="3786490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72B52B5-CAED-474E-9C54-17CFA21A6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4A7E6-0BE1-5E92-1DC2-5BD77196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70806"/>
            <a:ext cx="7900416" cy="1454051"/>
          </a:xfrm>
        </p:spPr>
        <p:txBody>
          <a:bodyPr anchor="b">
            <a:normAutofit/>
          </a:bodyPr>
          <a:lstStyle/>
          <a:p>
            <a:r>
              <a:rPr lang="es-ES" sz="3600" b="1" dirty="0">
                <a:solidFill>
                  <a:schemeClr val="tx2"/>
                </a:solidFill>
              </a:rPr>
              <a:t>Nuestra Historia y Progreso 📈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83797C-C2D3-4D1E-BAE3-FAC0DBD27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30168" y="2243097"/>
            <a:ext cx="5361527" cy="4612178"/>
            <a:chOff x="6865288" y="2243097"/>
            <a:chExt cx="5361527" cy="461217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3779C89-87B1-443C-8A2D-28ECB8770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17588" y="2582697"/>
              <a:ext cx="4909227" cy="4272578"/>
            </a:xfrm>
            <a:custGeom>
              <a:avLst/>
              <a:gdLst>
                <a:gd name="connsiteX0" fmla="*/ 4909227 w 4909227"/>
                <a:gd name="connsiteY0" fmla="*/ 4175460 h 4272578"/>
                <a:gd name="connsiteX1" fmla="*/ 4909227 w 4909227"/>
                <a:gd name="connsiteY1" fmla="*/ 4272578 h 4272578"/>
                <a:gd name="connsiteX2" fmla="*/ 4845585 w 4909227"/>
                <a:gd name="connsiteY2" fmla="*/ 4272578 h 4272578"/>
                <a:gd name="connsiteX3" fmla="*/ 4858157 w 4909227"/>
                <a:gd name="connsiteY3" fmla="*/ 4254703 h 4272578"/>
                <a:gd name="connsiteX4" fmla="*/ 4891455 w 4909227"/>
                <a:gd name="connsiteY4" fmla="*/ 4203934 h 4272578"/>
                <a:gd name="connsiteX5" fmla="*/ 2779325 w 4909227"/>
                <a:gd name="connsiteY5" fmla="*/ 1 h 4272578"/>
                <a:gd name="connsiteX6" fmla="*/ 2923168 w 4909227"/>
                <a:gd name="connsiteY6" fmla="*/ 4226 h 4272578"/>
                <a:gd name="connsiteX7" fmla="*/ 3066195 w 4909227"/>
                <a:gd name="connsiteY7" fmla="*/ 16887 h 4272578"/>
                <a:gd name="connsiteX8" fmla="*/ 3101700 w 4909227"/>
                <a:gd name="connsiteY8" fmla="*/ 21414 h 4272578"/>
                <a:gd name="connsiteX9" fmla="*/ 3137091 w 4909227"/>
                <a:gd name="connsiteY9" fmla="*/ 26711 h 4272578"/>
                <a:gd name="connsiteX10" fmla="*/ 3207802 w 4909227"/>
                <a:gd name="connsiteY10" fmla="*/ 37432 h 4272578"/>
                <a:gd name="connsiteX11" fmla="*/ 3243005 w 4909227"/>
                <a:gd name="connsiteY11" fmla="*/ 43626 h 4272578"/>
                <a:gd name="connsiteX12" fmla="*/ 3260547 w 4909227"/>
                <a:gd name="connsiteY12" fmla="*/ 46898 h 4272578"/>
                <a:gd name="connsiteX13" fmla="*/ 3277715 w 4909227"/>
                <a:gd name="connsiteY13" fmla="*/ 51961 h 4272578"/>
                <a:gd name="connsiteX14" fmla="*/ 3346016 w 4909227"/>
                <a:gd name="connsiteY14" fmla="*/ 72845 h 4272578"/>
                <a:gd name="connsiteX15" fmla="*/ 3379885 w 4909227"/>
                <a:gd name="connsiteY15" fmla="*/ 83628 h 4272578"/>
                <a:gd name="connsiteX16" fmla="*/ 3413175 w 4909227"/>
                <a:gd name="connsiteY16" fmla="*/ 95836 h 4272578"/>
                <a:gd name="connsiteX17" fmla="*/ 3479391 w 4909227"/>
                <a:gd name="connsiteY17" fmla="*/ 120878 h 4272578"/>
                <a:gd name="connsiteX18" fmla="*/ 3970615 w 4909227"/>
                <a:gd name="connsiteY18" fmla="*/ 373606 h 4272578"/>
                <a:gd name="connsiteX19" fmla="*/ 4028283 w 4909227"/>
                <a:gd name="connsiteY19" fmla="*/ 408892 h 4272578"/>
                <a:gd name="connsiteX20" fmla="*/ 4084580 w 4909227"/>
                <a:gd name="connsiteY20" fmla="*/ 445817 h 4272578"/>
                <a:gd name="connsiteX21" fmla="*/ 4140771 w 4909227"/>
                <a:gd name="connsiteY21" fmla="*/ 482348 h 4272578"/>
                <a:gd name="connsiteX22" fmla="*/ 4195883 w 4909227"/>
                <a:gd name="connsiteY22" fmla="*/ 520018 h 4272578"/>
                <a:gd name="connsiteX23" fmla="*/ 4305143 w 4909227"/>
                <a:gd name="connsiteY23" fmla="*/ 595724 h 4272578"/>
                <a:gd name="connsiteX24" fmla="*/ 4359509 w 4909227"/>
                <a:gd name="connsiteY24" fmla="*/ 633384 h 4272578"/>
                <a:gd name="connsiteX25" fmla="*/ 4414317 w 4909227"/>
                <a:gd name="connsiteY25" fmla="*/ 670713 h 4272578"/>
                <a:gd name="connsiteX26" fmla="*/ 4632086 w 4909227"/>
                <a:gd name="connsiteY26" fmla="*/ 825710 h 4272578"/>
                <a:gd name="connsiteX27" fmla="*/ 4836284 w 4909227"/>
                <a:gd name="connsiteY27" fmla="*/ 1000872 h 4272578"/>
                <a:gd name="connsiteX28" fmla="*/ 4909227 w 4909227"/>
                <a:gd name="connsiteY28" fmla="*/ 1077825 h 4272578"/>
                <a:gd name="connsiteX29" fmla="*/ 4909227 w 4909227"/>
                <a:gd name="connsiteY29" fmla="*/ 1590628 h 4272578"/>
                <a:gd name="connsiteX30" fmla="*/ 4847198 w 4909227"/>
                <a:gd name="connsiteY30" fmla="*/ 1496990 h 4272578"/>
                <a:gd name="connsiteX31" fmla="*/ 4615719 w 4909227"/>
                <a:gd name="connsiteY31" fmla="*/ 1226591 h 4272578"/>
                <a:gd name="connsiteX32" fmla="*/ 4437905 w 4909227"/>
                <a:gd name="connsiteY32" fmla="*/ 1064032 h 4272578"/>
                <a:gd name="connsiteX33" fmla="*/ 4245822 w 4909227"/>
                <a:gd name="connsiteY33" fmla="*/ 915380 h 4272578"/>
                <a:gd name="connsiteX34" fmla="*/ 4032524 w 4909227"/>
                <a:gd name="connsiteY34" fmla="*/ 793724 h 4272578"/>
                <a:gd name="connsiteX35" fmla="*/ 3921484 w 4909227"/>
                <a:gd name="connsiteY35" fmla="*/ 742591 h 4272578"/>
                <a:gd name="connsiteX36" fmla="*/ 3865450 w 4909227"/>
                <a:gd name="connsiteY36" fmla="*/ 718695 h 4272578"/>
                <a:gd name="connsiteX37" fmla="*/ 3808411 w 4909227"/>
                <a:gd name="connsiteY37" fmla="*/ 697821 h 4272578"/>
                <a:gd name="connsiteX38" fmla="*/ 3346886 w 4909227"/>
                <a:gd name="connsiteY38" fmla="*/ 583799 h 4272578"/>
                <a:gd name="connsiteX39" fmla="*/ 3289295 w 4909227"/>
                <a:gd name="connsiteY39" fmla="*/ 576494 h 4272578"/>
                <a:gd name="connsiteX40" fmla="*/ 3260731 w 4909227"/>
                <a:gd name="connsiteY40" fmla="*/ 572514 h 4272578"/>
                <a:gd name="connsiteX41" fmla="*/ 3232038 w 4909227"/>
                <a:gd name="connsiteY41" fmla="*/ 570048 h 4272578"/>
                <a:gd name="connsiteX42" fmla="*/ 3174781 w 4909227"/>
                <a:gd name="connsiteY42" fmla="*/ 565611 h 4272578"/>
                <a:gd name="connsiteX43" fmla="*/ 3160547 w 4909227"/>
                <a:gd name="connsiteY43" fmla="*/ 564400 h 4272578"/>
                <a:gd name="connsiteX44" fmla="*/ 3146660 w 4909227"/>
                <a:gd name="connsiteY44" fmla="*/ 561299 h 4272578"/>
                <a:gd name="connsiteX45" fmla="*/ 3118665 w 4909227"/>
                <a:gd name="connsiteY45" fmla="*/ 557058 h 4272578"/>
                <a:gd name="connsiteX46" fmla="*/ 3062520 w 4909227"/>
                <a:gd name="connsiteY46" fmla="*/ 549995 h 4272578"/>
                <a:gd name="connsiteX47" fmla="*/ 3034483 w 4909227"/>
                <a:gd name="connsiteY47" fmla="*/ 546400 h 4272578"/>
                <a:gd name="connsiteX48" fmla="*/ 3006404 w 4909227"/>
                <a:gd name="connsiteY48" fmla="*/ 543450 h 4272578"/>
                <a:gd name="connsiteX49" fmla="*/ 2894004 w 4909227"/>
                <a:gd name="connsiteY49" fmla="*/ 536537 h 4272578"/>
                <a:gd name="connsiteX50" fmla="*/ 2445324 w 4909227"/>
                <a:gd name="connsiteY50" fmla="*/ 576994 h 4272578"/>
                <a:gd name="connsiteX51" fmla="*/ 2389729 w 4909227"/>
                <a:gd name="connsiteY51" fmla="*/ 588061 h 4272578"/>
                <a:gd name="connsiteX52" fmla="*/ 2334445 w 4909227"/>
                <a:gd name="connsiteY52" fmla="*/ 602318 h 4272578"/>
                <a:gd name="connsiteX53" fmla="*/ 2279209 w 4909227"/>
                <a:gd name="connsiteY53" fmla="*/ 616351 h 4272578"/>
                <a:gd name="connsiteX54" fmla="*/ 2252405 w 4909227"/>
                <a:gd name="connsiteY54" fmla="*/ 623833 h 4272578"/>
                <a:gd name="connsiteX55" fmla="*/ 2226352 w 4909227"/>
                <a:gd name="connsiteY55" fmla="*/ 631746 h 4272578"/>
                <a:gd name="connsiteX56" fmla="*/ 2174809 w 4909227"/>
                <a:gd name="connsiteY56" fmla="*/ 648898 h 4272578"/>
                <a:gd name="connsiteX57" fmla="*/ 2124133 w 4909227"/>
                <a:gd name="connsiteY57" fmla="*/ 667717 h 4272578"/>
                <a:gd name="connsiteX58" fmla="*/ 2098971 w 4909227"/>
                <a:gd name="connsiteY58" fmla="*/ 677395 h 4272578"/>
                <a:gd name="connsiteX59" fmla="*/ 2074244 w 4909227"/>
                <a:gd name="connsiteY59" fmla="*/ 687907 h 4272578"/>
                <a:gd name="connsiteX60" fmla="*/ 2049516 w 4909227"/>
                <a:gd name="connsiteY60" fmla="*/ 698418 h 4272578"/>
                <a:gd name="connsiteX61" fmla="*/ 2025247 w 4909227"/>
                <a:gd name="connsiteY61" fmla="*/ 709863 h 4272578"/>
                <a:gd name="connsiteX62" fmla="*/ 1663893 w 4909227"/>
                <a:gd name="connsiteY62" fmla="*/ 946619 h 4272578"/>
                <a:gd name="connsiteX63" fmla="*/ 1354664 w 4909227"/>
                <a:gd name="connsiteY63" fmla="*/ 1282399 h 4272578"/>
                <a:gd name="connsiteX64" fmla="*/ 1075458 w 4909227"/>
                <a:gd name="connsiteY64" fmla="*/ 1681042 h 4272578"/>
                <a:gd name="connsiteX65" fmla="*/ 934948 w 4909227"/>
                <a:gd name="connsiteY65" fmla="*/ 1895400 h 4272578"/>
                <a:gd name="connsiteX66" fmla="*/ 782359 w 4909227"/>
                <a:gd name="connsiteY66" fmla="*/ 2111874 h 4272578"/>
                <a:gd name="connsiteX67" fmla="*/ 475595 w 4909227"/>
                <a:gd name="connsiteY67" fmla="*/ 2511546 h 4272578"/>
                <a:gd name="connsiteX68" fmla="*/ 342590 w 4909227"/>
                <a:gd name="connsiteY68" fmla="*/ 2711719 h 4272578"/>
                <a:gd name="connsiteX69" fmla="*/ 243835 w 4909227"/>
                <a:gd name="connsiteY69" fmla="*/ 2925317 h 4272578"/>
                <a:gd name="connsiteX70" fmla="*/ 195943 w 4909227"/>
                <a:gd name="connsiteY70" fmla="*/ 3154915 h 4272578"/>
                <a:gd name="connsiteX71" fmla="*/ 205998 w 4909227"/>
                <a:gd name="connsiteY71" fmla="*/ 3392356 h 4272578"/>
                <a:gd name="connsiteX72" fmla="*/ 210868 w 4909227"/>
                <a:gd name="connsiteY72" fmla="*/ 3421994 h 4272578"/>
                <a:gd name="connsiteX73" fmla="*/ 217078 w 4909227"/>
                <a:gd name="connsiteY73" fmla="*/ 3451480 h 4272578"/>
                <a:gd name="connsiteX74" fmla="*/ 223513 w 4909227"/>
                <a:gd name="connsiteY74" fmla="*/ 3481009 h 4272578"/>
                <a:gd name="connsiteX75" fmla="*/ 231518 w 4909227"/>
                <a:gd name="connsiteY75" fmla="*/ 3510853 h 4272578"/>
                <a:gd name="connsiteX76" fmla="*/ 248149 w 4909227"/>
                <a:gd name="connsiteY76" fmla="*/ 3570478 h 4272578"/>
                <a:gd name="connsiteX77" fmla="*/ 256676 w 4909227"/>
                <a:gd name="connsiteY77" fmla="*/ 3600287 h 4272578"/>
                <a:gd name="connsiteX78" fmla="*/ 260939 w 4909227"/>
                <a:gd name="connsiteY78" fmla="*/ 3615190 h 4272578"/>
                <a:gd name="connsiteX79" fmla="*/ 266068 w 4909227"/>
                <a:gd name="connsiteY79" fmla="*/ 3629754 h 4272578"/>
                <a:gd name="connsiteX80" fmla="*/ 308144 w 4909227"/>
                <a:gd name="connsiteY80" fmla="*/ 3746191 h 4272578"/>
                <a:gd name="connsiteX81" fmla="*/ 357690 w 4909227"/>
                <a:gd name="connsiteY81" fmla="*/ 3859545 h 4272578"/>
                <a:gd name="connsiteX82" fmla="*/ 477426 w 4909227"/>
                <a:gd name="connsiteY82" fmla="*/ 4075211 h 4272578"/>
                <a:gd name="connsiteX83" fmla="*/ 617812 w 4909227"/>
                <a:gd name="connsiteY83" fmla="*/ 4272578 h 4272578"/>
                <a:gd name="connsiteX84" fmla="*/ 364357 w 4909227"/>
                <a:gd name="connsiteY84" fmla="*/ 4272578 h 4272578"/>
                <a:gd name="connsiteX85" fmla="*/ 308528 w 4909227"/>
                <a:gd name="connsiteY85" fmla="*/ 4169169 h 4272578"/>
                <a:gd name="connsiteX86" fmla="*/ 202203 w 4909227"/>
                <a:gd name="connsiteY86" fmla="*/ 3927821 h 4272578"/>
                <a:gd name="connsiteX87" fmla="*/ 155448 w 4909227"/>
                <a:gd name="connsiteY87" fmla="*/ 3804941 h 4272578"/>
                <a:gd name="connsiteX88" fmla="*/ 113098 w 4909227"/>
                <a:gd name="connsiteY88" fmla="*/ 3680654 h 4272578"/>
                <a:gd name="connsiteX89" fmla="*/ 107709 w 4909227"/>
                <a:gd name="connsiteY89" fmla="*/ 3665104 h 4272578"/>
                <a:gd name="connsiteX90" fmla="*/ 103012 w 4909227"/>
                <a:gd name="connsiteY90" fmla="*/ 3649367 h 4272578"/>
                <a:gd name="connsiteX91" fmla="*/ 93619 w 4909227"/>
                <a:gd name="connsiteY91" fmla="*/ 3617891 h 4272578"/>
                <a:gd name="connsiteX92" fmla="*/ 74438 w 4909227"/>
                <a:gd name="connsiteY92" fmla="*/ 3555048 h 4272578"/>
                <a:gd name="connsiteX93" fmla="*/ 64821 w 4909227"/>
                <a:gd name="connsiteY93" fmla="*/ 3523529 h 4272578"/>
                <a:gd name="connsiteX94" fmla="*/ 56309 w 4909227"/>
                <a:gd name="connsiteY94" fmla="*/ 3490970 h 4272578"/>
                <a:gd name="connsiteX95" fmla="*/ 47699 w 4909227"/>
                <a:gd name="connsiteY95" fmla="*/ 3458437 h 4272578"/>
                <a:gd name="connsiteX96" fmla="*/ 40350 w 4909227"/>
                <a:gd name="connsiteY96" fmla="*/ 3425456 h 4272578"/>
                <a:gd name="connsiteX97" fmla="*/ 2339 w 4909227"/>
                <a:gd name="connsiteY97" fmla="*/ 3155024 h 4272578"/>
                <a:gd name="connsiteX98" fmla="*/ 11637 w 4909227"/>
                <a:gd name="connsiteY98" fmla="*/ 2876727 h 4272578"/>
                <a:gd name="connsiteX99" fmla="*/ 157636 w 4909227"/>
                <a:gd name="connsiteY99" fmla="*/ 2339984 h 4272578"/>
                <a:gd name="connsiteX100" fmla="*/ 388920 w 4909227"/>
                <a:gd name="connsiteY100" fmla="*/ 1864213 h 4272578"/>
                <a:gd name="connsiteX101" fmla="*/ 507656 w 4909227"/>
                <a:gd name="connsiteY101" fmla="*/ 1644243 h 4272578"/>
                <a:gd name="connsiteX102" fmla="*/ 566187 w 4909227"/>
                <a:gd name="connsiteY102" fmla="*/ 1531896 h 4272578"/>
                <a:gd name="connsiteX103" fmla="*/ 628379 w 4909227"/>
                <a:gd name="connsiteY103" fmla="*/ 1416126 h 4272578"/>
                <a:gd name="connsiteX104" fmla="*/ 915962 w 4909227"/>
                <a:gd name="connsiteY104" fmla="*/ 957627 h 4272578"/>
                <a:gd name="connsiteX105" fmla="*/ 1296389 w 4909227"/>
                <a:gd name="connsiteY105" fmla="*/ 532479 h 4272578"/>
                <a:gd name="connsiteX106" fmla="*/ 1790562 w 4909227"/>
                <a:gd name="connsiteY106" fmla="*/ 204009 h 4272578"/>
                <a:gd name="connsiteX107" fmla="*/ 1824547 w 4909227"/>
                <a:gd name="connsiteY107" fmla="*/ 188344 h 4272578"/>
                <a:gd name="connsiteX108" fmla="*/ 1858945 w 4909227"/>
                <a:gd name="connsiteY108" fmla="*/ 173835 h 4272578"/>
                <a:gd name="connsiteX109" fmla="*/ 1893494 w 4909227"/>
                <a:gd name="connsiteY109" fmla="*/ 159497 h 4272578"/>
                <a:gd name="connsiteX110" fmla="*/ 1928332 w 4909227"/>
                <a:gd name="connsiteY110" fmla="*/ 146243 h 4272578"/>
                <a:gd name="connsiteX111" fmla="*/ 1998599 w 4909227"/>
                <a:gd name="connsiteY111" fmla="*/ 121582 h 4272578"/>
                <a:gd name="connsiteX112" fmla="*/ 2069445 w 4909227"/>
                <a:gd name="connsiteY112" fmla="*/ 99511 h 4272578"/>
                <a:gd name="connsiteX113" fmla="*/ 2105017 w 4909227"/>
                <a:gd name="connsiteY113" fmla="*/ 89439 h 4272578"/>
                <a:gd name="connsiteX114" fmla="*/ 2140277 w 4909227"/>
                <a:gd name="connsiteY114" fmla="*/ 80190 h 4272578"/>
                <a:gd name="connsiteX115" fmla="*/ 2209909 w 4909227"/>
                <a:gd name="connsiteY115" fmla="*/ 64365 h 4272578"/>
                <a:gd name="connsiteX116" fmla="*/ 2279594 w 4909227"/>
                <a:gd name="connsiteY116" fmla="*/ 48739 h 4272578"/>
                <a:gd name="connsiteX117" fmla="*/ 2350191 w 4909227"/>
                <a:gd name="connsiteY117" fmla="*/ 36561 h 4272578"/>
                <a:gd name="connsiteX118" fmla="*/ 2779325 w 4909227"/>
                <a:gd name="connsiteY118" fmla="*/ 1 h 427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4909227" h="4272578">
                  <a:moveTo>
                    <a:pt x="4909227" y="4175460"/>
                  </a:moveTo>
                  <a:lnTo>
                    <a:pt x="4909227" y="4272578"/>
                  </a:lnTo>
                  <a:lnTo>
                    <a:pt x="4845585" y="4272578"/>
                  </a:lnTo>
                  <a:lnTo>
                    <a:pt x="4858157" y="4254703"/>
                  </a:lnTo>
                  <a:lnTo>
                    <a:pt x="4891455" y="4203934"/>
                  </a:lnTo>
                  <a:close/>
                  <a:moveTo>
                    <a:pt x="2779325" y="1"/>
                  </a:moveTo>
                  <a:cubicBezTo>
                    <a:pt x="2827304" y="-1"/>
                    <a:pt x="2875285" y="1394"/>
                    <a:pt x="2923168" y="4226"/>
                  </a:cubicBezTo>
                  <a:lnTo>
                    <a:pt x="3066195" y="16887"/>
                  </a:lnTo>
                  <a:cubicBezTo>
                    <a:pt x="3078087" y="17675"/>
                    <a:pt x="3089896" y="19754"/>
                    <a:pt x="3101700" y="21414"/>
                  </a:cubicBezTo>
                  <a:lnTo>
                    <a:pt x="3137091" y="26711"/>
                  </a:lnTo>
                  <a:lnTo>
                    <a:pt x="3207802" y="37432"/>
                  </a:lnTo>
                  <a:cubicBezTo>
                    <a:pt x="3219631" y="39189"/>
                    <a:pt x="3231363" y="40973"/>
                    <a:pt x="3243005" y="43626"/>
                  </a:cubicBezTo>
                  <a:cubicBezTo>
                    <a:pt x="3248837" y="44791"/>
                    <a:pt x="3254763" y="45508"/>
                    <a:pt x="3260547" y="46898"/>
                  </a:cubicBezTo>
                  <a:cubicBezTo>
                    <a:pt x="3266259" y="48413"/>
                    <a:pt x="3271977" y="50349"/>
                    <a:pt x="3277715" y="51961"/>
                  </a:cubicBezTo>
                  <a:lnTo>
                    <a:pt x="3346016" y="72845"/>
                  </a:lnTo>
                  <a:cubicBezTo>
                    <a:pt x="3357273" y="76449"/>
                    <a:pt x="3368795" y="79451"/>
                    <a:pt x="3379885" y="83628"/>
                  </a:cubicBezTo>
                  <a:lnTo>
                    <a:pt x="3413175" y="95836"/>
                  </a:lnTo>
                  <a:lnTo>
                    <a:pt x="3479391" y="120878"/>
                  </a:lnTo>
                  <a:cubicBezTo>
                    <a:pt x="3654569" y="190008"/>
                    <a:pt x="3816871" y="279114"/>
                    <a:pt x="3970615" y="373606"/>
                  </a:cubicBezTo>
                  <a:cubicBezTo>
                    <a:pt x="3989807" y="385518"/>
                    <a:pt x="4009070" y="397303"/>
                    <a:pt x="4028283" y="408892"/>
                  </a:cubicBezTo>
                  <a:lnTo>
                    <a:pt x="4084580" y="445817"/>
                  </a:lnTo>
                  <a:lnTo>
                    <a:pt x="4140771" y="482348"/>
                  </a:lnTo>
                  <a:cubicBezTo>
                    <a:pt x="4159664" y="494340"/>
                    <a:pt x="4177432" y="507694"/>
                    <a:pt x="4195883" y="520018"/>
                  </a:cubicBezTo>
                  <a:cubicBezTo>
                    <a:pt x="4232247" y="545445"/>
                    <a:pt x="4269493" y="569787"/>
                    <a:pt x="4305143" y="595724"/>
                  </a:cubicBezTo>
                  <a:cubicBezTo>
                    <a:pt x="4323150" y="608378"/>
                    <a:pt x="4341283" y="621106"/>
                    <a:pt x="4359509" y="633384"/>
                  </a:cubicBezTo>
                  <a:cubicBezTo>
                    <a:pt x="4377662" y="645788"/>
                    <a:pt x="4396133" y="657789"/>
                    <a:pt x="4414317" y="670713"/>
                  </a:cubicBezTo>
                  <a:cubicBezTo>
                    <a:pt x="4487709" y="720858"/>
                    <a:pt x="4561105" y="771425"/>
                    <a:pt x="4632086" y="825710"/>
                  </a:cubicBezTo>
                  <a:cubicBezTo>
                    <a:pt x="4703239" y="879844"/>
                    <a:pt x="4770925" y="938933"/>
                    <a:pt x="4836284" y="1000872"/>
                  </a:cubicBezTo>
                  <a:lnTo>
                    <a:pt x="4909227" y="1077825"/>
                  </a:lnTo>
                  <a:lnTo>
                    <a:pt x="4909227" y="1590628"/>
                  </a:lnTo>
                  <a:lnTo>
                    <a:pt x="4847198" y="1496990"/>
                  </a:lnTo>
                  <a:cubicBezTo>
                    <a:pt x="4779017" y="1401272"/>
                    <a:pt x="4700641" y="1311172"/>
                    <a:pt x="4615719" y="1226591"/>
                  </a:cubicBezTo>
                  <a:cubicBezTo>
                    <a:pt x="4559129" y="1170093"/>
                    <a:pt x="4499097" y="1116641"/>
                    <a:pt x="4437905" y="1064032"/>
                  </a:cubicBezTo>
                  <a:cubicBezTo>
                    <a:pt x="4376643" y="1011548"/>
                    <a:pt x="4313015" y="960973"/>
                    <a:pt x="4245822" y="915380"/>
                  </a:cubicBezTo>
                  <a:cubicBezTo>
                    <a:pt x="4177670" y="870577"/>
                    <a:pt x="4106226" y="828991"/>
                    <a:pt x="4032524" y="793724"/>
                  </a:cubicBezTo>
                  <a:cubicBezTo>
                    <a:pt x="3996192" y="774838"/>
                    <a:pt x="3958849" y="758553"/>
                    <a:pt x="3921484" y="742591"/>
                  </a:cubicBezTo>
                  <a:cubicBezTo>
                    <a:pt x="3902789" y="734561"/>
                    <a:pt x="3884266" y="726377"/>
                    <a:pt x="3865450" y="718695"/>
                  </a:cubicBezTo>
                  <a:cubicBezTo>
                    <a:pt x="3846469" y="711588"/>
                    <a:pt x="3827512" y="704579"/>
                    <a:pt x="3808411" y="697821"/>
                  </a:cubicBezTo>
                  <a:cubicBezTo>
                    <a:pt x="3656570" y="642224"/>
                    <a:pt x="3500471" y="605851"/>
                    <a:pt x="3346886" y="583799"/>
                  </a:cubicBezTo>
                  <a:lnTo>
                    <a:pt x="3289295" y="576494"/>
                  </a:lnTo>
                  <a:lnTo>
                    <a:pt x="3260731" y="572514"/>
                  </a:lnTo>
                  <a:cubicBezTo>
                    <a:pt x="3251217" y="571079"/>
                    <a:pt x="3241593" y="570838"/>
                    <a:pt x="3232038" y="570048"/>
                  </a:cubicBezTo>
                  <a:lnTo>
                    <a:pt x="3174781" y="565611"/>
                  </a:lnTo>
                  <a:cubicBezTo>
                    <a:pt x="3170003" y="565217"/>
                    <a:pt x="3165252" y="564919"/>
                    <a:pt x="3160547" y="564400"/>
                  </a:cubicBezTo>
                  <a:cubicBezTo>
                    <a:pt x="3155889" y="563655"/>
                    <a:pt x="3151372" y="562239"/>
                    <a:pt x="3146660" y="561299"/>
                  </a:cubicBezTo>
                  <a:cubicBezTo>
                    <a:pt x="3137413" y="559265"/>
                    <a:pt x="3128003" y="558224"/>
                    <a:pt x="3118665" y="557058"/>
                  </a:cubicBezTo>
                  <a:lnTo>
                    <a:pt x="3062520" y="549995"/>
                  </a:lnTo>
                  <a:lnTo>
                    <a:pt x="3034483" y="546400"/>
                  </a:lnTo>
                  <a:cubicBezTo>
                    <a:pt x="3025146" y="545234"/>
                    <a:pt x="3015831" y="543747"/>
                    <a:pt x="3006404" y="543450"/>
                  </a:cubicBezTo>
                  <a:lnTo>
                    <a:pt x="2894004" y="536537"/>
                  </a:lnTo>
                  <a:cubicBezTo>
                    <a:pt x="2743796" y="532061"/>
                    <a:pt x="2593557" y="546717"/>
                    <a:pt x="2445324" y="576994"/>
                  </a:cubicBezTo>
                  <a:cubicBezTo>
                    <a:pt x="2426803" y="580857"/>
                    <a:pt x="2408167" y="583483"/>
                    <a:pt x="2389729" y="588061"/>
                  </a:cubicBezTo>
                  <a:lnTo>
                    <a:pt x="2334445" y="602318"/>
                  </a:lnTo>
                  <a:lnTo>
                    <a:pt x="2279209" y="616351"/>
                  </a:lnTo>
                  <a:cubicBezTo>
                    <a:pt x="2269789" y="618483"/>
                    <a:pt x="2261022" y="621073"/>
                    <a:pt x="2252405" y="623833"/>
                  </a:cubicBezTo>
                  <a:lnTo>
                    <a:pt x="2226352" y="631746"/>
                  </a:lnTo>
                  <a:cubicBezTo>
                    <a:pt x="2208738" y="636630"/>
                    <a:pt x="2191964" y="643082"/>
                    <a:pt x="2174809" y="648898"/>
                  </a:cubicBezTo>
                  <a:cubicBezTo>
                    <a:pt x="2157576" y="654418"/>
                    <a:pt x="2140906" y="661264"/>
                    <a:pt x="2124133" y="667717"/>
                  </a:cubicBezTo>
                  <a:cubicBezTo>
                    <a:pt x="2115746" y="670943"/>
                    <a:pt x="2107181" y="673900"/>
                    <a:pt x="2098971" y="677395"/>
                  </a:cubicBezTo>
                  <a:lnTo>
                    <a:pt x="2074244" y="687907"/>
                  </a:lnTo>
                  <a:lnTo>
                    <a:pt x="2049516" y="698418"/>
                  </a:lnTo>
                  <a:lnTo>
                    <a:pt x="2025247" y="709863"/>
                  </a:lnTo>
                  <a:cubicBezTo>
                    <a:pt x="1895620" y="770702"/>
                    <a:pt x="1775019" y="849591"/>
                    <a:pt x="1663893" y="946619"/>
                  </a:cubicBezTo>
                  <a:cubicBezTo>
                    <a:pt x="1552588" y="1043379"/>
                    <a:pt x="1450953" y="1157803"/>
                    <a:pt x="1354664" y="1282399"/>
                  </a:cubicBezTo>
                  <a:cubicBezTo>
                    <a:pt x="1258428" y="1407193"/>
                    <a:pt x="1167389" y="1541989"/>
                    <a:pt x="1075458" y="1681042"/>
                  </a:cubicBezTo>
                  <a:lnTo>
                    <a:pt x="934948" y="1895400"/>
                  </a:lnTo>
                  <a:cubicBezTo>
                    <a:pt x="885020" y="1970018"/>
                    <a:pt x="834114" y="2042151"/>
                    <a:pt x="782359" y="2111874"/>
                  </a:cubicBezTo>
                  <a:cubicBezTo>
                    <a:pt x="679025" y="2251590"/>
                    <a:pt x="571805" y="2380631"/>
                    <a:pt x="475595" y="2511546"/>
                  </a:cubicBezTo>
                  <a:cubicBezTo>
                    <a:pt x="427490" y="2577003"/>
                    <a:pt x="382228" y="2643169"/>
                    <a:pt x="342590" y="2711719"/>
                  </a:cubicBezTo>
                  <a:cubicBezTo>
                    <a:pt x="302826" y="2780195"/>
                    <a:pt x="268711" y="2851157"/>
                    <a:pt x="243835" y="2925317"/>
                  </a:cubicBezTo>
                  <a:cubicBezTo>
                    <a:pt x="218582" y="2999262"/>
                    <a:pt x="202245" y="3076389"/>
                    <a:pt x="195943" y="3154915"/>
                  </a:cubicBezTo>
                  <a:cubicBezTo>
                    <a:pt x="189542" y="3233466"/>
                    <a:pt x="193251" y="3313292"/>
                    <a:pt x="205998" y="3392356"/>
                  </a:cubicBezTo>
                  <a:lnTo>
                    <a:pt x="210868" y="3421994"/>
                  </a:lnTo>
                  <a:lnTo>
                    <a:pt x="217078" y="3451480"/>
                  </a:lnTo>
                  <a:lnTo>
                    <a:pt x="223513" y="3481009"/>
                  </a:lnTo>
                  <a:cubicBezTo>
                    <a:pt x="225924" y="3490921"/>
                    <a:pt x="228784" y="3500923"/>
                    <a:pt x="231518" y="3510853"/>
                  </a:cubicBezTo>
                  <a:lnTo>
                    <a:pt x="248149" y="3570478"/>
                  </a:lnTo>
                  <a:lnTo>
                    <a:pt x="256676" y="3600287"/>
                  </a:lnTo>
                  <a:lnTo>
                    <a:pt x="260939" y="3615190"/>
                  </a:lnTo>
                  <a:lnTo>
                    <a:pt x="266068" y="3629754"/>
                  </a:lnTo>
                  <a:cubicBezTo>
                    <a:pt x="279682" y="3668748"/>
                    <a:pt x="293493" y="3707688"/>
                    <a:pt x="308144" y="3746191"/>
                  </a:cubicBezTo>
                  <a:cubicBezTo>
                    <a:pt x="324257" y="3784191"/>
                    <a:pt x="340937" y="3821930"/>
                    <a:pt x="357690" y="3859545"/>
                  </a:cubicBezTo>
                  <a:cubicBezTo>
                    <a:pt x="393077" y="3934052"/>
                    <a:pt x="433372" y="4005934"/>
                    <a:pt x="477426" y="4075211"/>
                  </a:cubicBezTo>
                  <a:lnTo>
                    <a:pt x="617812" y="4272578"/>
                  </a:lnTo>
                  <a:lnTo>
                    <a:pt x="364357" y="4272578"/>
                  </a:lnTo>
                  <a:lnTo>
                    <a:pt x="308528" y="4169169"/>
                  </a:lnTo>
                  <a:cubicBezTo>
                    <a:pt x="270101" y="4089847"/>
                    <a:pt x="234941" y="4009176"/>
                    <a:pt x="202203" y="3927821"/>
                  </a:cubicBezTo>
                  <a:cubicBezTo>
                    <a:pt x="186847" y="3886657"/>
                    <a:pt x="171445" y="3845720"/>
                    <a:pt x="155448" y="3804941"/>
                  </a:cubicBezTo>
                  <a:cubicBezTo>
                    <a:pt x="141380" y="3763428"/>
                    <a:pt x="127636" y="3721934"/>
                    <a:pt x="113098" y="3680654"/>
                  </a:cubicBezTo>
                  <a:lnTo>
                    <a:pt x="107709" y="3665104"/>
                  </a:lnTo>
                  <a:lnTo>
                    <a:pt x="103012" y="3649367"/>
                  </a:lnTo>
                  <a:lnTo>
                    <a:pt x="93619" y="3617891"/>
                  </a:lnTo>
                  <a:lnTo>
                    <a:pt x="74438" y="3555048"/>
                  </a:lnTo>
                  <a:cubicBezTo>
                    <a:pt x="71323" y="3544483"/>
                    <a:pt x="67763" y="3534247"/>
                    <a:pt x="64821" y="3523529"/>
                  </a:cubicBezTo>
                  <a:lnTo>
                    <a:pt x="56309" y="3490970"/>
                  </a:lnTo>
                  <a:lnTo>
                    <a:pt x="47699" y="3458437"/>
                  </a:lnTo>
                  <a:cubicBezTo>
                    <a:pt x="45126" y="3447512"/>
                    <a:pt x="42825" y="3436407"/>
                    <a:pt x="40350" y="3425456"/>
                  </a:cubicBezTo>
                  <a:cubicBezTo>
                    <a:pt x="20581" y="3337521"/>
                    <a:pt x="7369" y="3247066"/>
                    <a:pt x="2339" y="3155024"/>
                  </a:cubicBezTo>
                  <a:cubicBezTo>
                    <a:pt x="-2762" y="3063109"/>
                    <a:pt x="544" y="2969654"/>
                    <a:pt x="11637" y="2876727"/>
                  </a:cubicBezTo>
                  <a:cubicBezTo>
                    <a:pt x="34069" y="2690593"/>
                    <a:pt x="89274" y="2509096"/>
                    <a:pt x="157636" y="2339984"/>
                  </a:cubicBezTo>
                  <a:cubicBezTo>
                    <a:pt x="226467" y="2170638"/>
                    <a:pt x="308151" y="2013339"/>
                    <a:pt x="388920" y="1864213"/>
                  </a:cubicBezTo>
                  <a:cubicBezTo>
                    <a:pt x="429376" y="1789524"/>
                    <a:pt x="469807" y="1716745"/>
                    <a:pt x="507656" y="1644243"/>
                  </a:cubicBezTo>
                  <a:lnTo>
                    <a:pt x="566187" y="1531896"/>
                  </a:lnTo>
                  <a:cubicBezTo>
                    <a:pt x="586462" y="1493325"/>
                    <a:pt x="607259" y="1454715"/>
                    <a:pt x="628379" y="1416126"/>
                  </a:cubicBezTo>
                  <a:cubicBezTo>
                    <a:pt x="713184" y="1261784"/>
                    <a:pt x="806689" y="1107407"/>
                    <a:pt x="915962" y="957627"/>
                  </a:cubicBezTo>
                  <a:cubicBezTo>
                    <a:pt x="1024964" y="808027"/>
                    <a:pt x="1150428" y="662836"/>
                    <a:pt x="1296389" y="532479"/>
                  </a:cubicBezTo>
                  <a:cubicBezTo>
                    <a:pt x="1441951" y="402229"/>
                    <a:pt x="1609267" y="287950"/>
                    <a:pt x="1790562" y="204009"/>
                  </a:cubicBezTo>
                  <a:lnTo>
                    <a:pt x="1824547" y="188344"/>
                  </a:lnTo>
                  <a:cubicBezTo>
                    <a:pt x="1835970" y="183343"/>
                    <a:pt x="1847471" y="178638"/>
                    <a:pt x="1858945" y="173835"/>
                  </a:cubicBezTo>
                  <a:lnTo>
                    <a:pt x="1893494" y="159497"/>
                  </a:lnTo>
                  <a:cubicBezTo>
                    <a:pt x="1904996" y="154793"/>
                    <a:pt x="1916752" y="150652"/>
                    <a:pt x="1928332" y="146243"/>
                  </a:cubicBezTo>
                  <a:cubicBezTo>
                    <a:pt x="1951667" y="137695"/>
                    <a:pt x="1974951" y="128948"/>
                    <a:pt x="1998599" y="121582"/>
                  </a:cubicBezTo>
                  <a:cubicBezTo>
                    <a:pt x="2022195" y="114018"/>
                    <a:pt x="2045635" y="105864"/>
                    <a:pt x="2069445" y="99511"/>
                  </a:cubicBezTo>
                  <a:lnTo>
                    <a:pt x="2105017" y="89439"/>
                  </a:lnTo>
                  <a:cubicBezTo>
                    <a:pt x="2116957" y="85988"/>
                    <a:pt x="2128724" y="82691"/>
                    <a:pt x="2140277" y="80190"/>
                  </a:cubicBezTo>
                  <a:lnTo>
                    <a:pt x="2209909" y="64365"/>
                  </a:lnTo>
                  <a:lnTo>
                    <a:pt x="2279594" y="48739"/>
                  </a:lnTo>
                  <a:cubicBezTo>
                    <a:pt x="2302897" y="43685"/>
                    <a:pt x="2326724" y="40602"/>
                    <a:pt x="2350191" y="36561"/>
                  </a:cubicBezTo>
                  <a:cubicBezTo>
                    <a:pt x="2491459" y="12584"/>
                    <a:pt x="2635387" y="9"/>
                    <a:pt x="2779325" y="1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56077B5-5F40-45AA-BDDA-F1DB7F8B5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64890" y="2613525"/>
              <a:ext cx="4961924" cy="4241750"/>
            </a:xfrm>
            <a:custGeom>
              <a:avLst/>
              <a:gdLst>
                <a:gd name="connsiteX0" fmla="*/ 2860366 w 4961924"/>
                <a:gd name="connsiteY0" fmla="*/ 290 h 4241750"/>
                <a:gd name="connsiteX1" fmla="*/ 4503869 w 4961924"/>
                <a:gd name="connsiteY1" fmla="*/ 546588 h 4241750"/>
                <a:gd name="connsiteX2" fmla="*/ 4816879 w 4961924"/>
                <a:gd name="connsiteY2" fmla="*/ 783506 h 4241750"/>
                <a:gd name="connsiteX3" fmla="*/ 4961924 w 4961924"/>
                <a:gd name="connsiteY3" fmla="*/ 916878 h 4241750"/>
                <a:gd name="connsiteX4" fmla="*/ 4961924 w 4961924"/>
                <a:gd name="connsiteY4" fmla="*/ 4241750 h 4241750"/>
                <a:gd name="connsiteX5" fmla="*/ 4562919 w 4961924"/>
                <a:gd name="connsiteY5" fmla="*/ 4241750 h 4241750"/>
                <a:gd name="connsiteX6" fmla="*/ 4586822 w 4961924"/>
                <a:gd name="connsiteY6" fmla="*/ 4213637 h 4241750"/>
                <a:gd name="connsiteX7" fmla="*/ 4762695 w 4961924"/>
                <a:gd name="connsiteY7" fmla="*/ 3952854 h 4241750"/>
                <a:gd name="connsiteX8" fmla="*/ 4899352 w 4961924"/>
                <a:gd name="connsiteY8" fmla="*/ 3631238 h 4241750"/>
                <a:gd name="connsiteX9" fmla="*/ 4913697 w 4961924"/>
                <a:gd name="connsiteY9" fmla="*/ 3255629 h 4241750"/>
                <a:gd name="connsiteX10" fmla="*/ 4948868 w 4961924"/>
                <a:gd name="connsiteY10" fmla="*/ 2308976 h 4241750"/>
                <a:gd name="connsiteX11" fmla="*/ 4760464 w 4961924"/>
                <a:gd name="connsiteY11" fmla="*/ 1631653 h 4241750"/>
                <a:gd name="connsiteX12" fmla="*/ 4158265 w 4961924"/>
                <a:gd name="connsiteY12" fmla="*/ 1056752 h 4241750"/>
                <a:gd name="connsiteX13" fmla="*/ 3295504 w 4961924"/>
                <a:gd name="connsiteY13" fmla="*/ 659991 h 4241750"/>
                <a:gd name="connsiteX14" fmla="*/ 2400205 w 4961924"/>
                <a:gd name="connsiteY14" fmla="*/ 680861 h 4241750"/>
                <a:gd name="connsiteX15" fmla="*/ 1228363 w 4961924"/>
                <a:gd name="connsiteY15" fmla="*/ 1858090 h 4241750"/>
                <a:gd name="connsiteX16" fmla="*/ 995211 w 4961924"/>
                <a:gd name="connsiteY16" fmla="*/ 2234095 h 4241750"/>
                <a:gd name="connsiteX17" fmla="*/ 663293 w 4961924"/>
                <a:gd name="connsiteY17" fmla="*/ 2832893 h 4241750"/>
                <a:gd name="connsiteX18" fmla="*/ 644068 w 4961924"/>
                <a:gd name="connsiteY18" fmla="*/ 3301224 h 4241750"/>
                <a:gd name="connsiteX19" fmla="*/ 1051682 w 4961924"/>
                <a:gd name="connsiteY19" fmla="*/ 4121741 h 4241750"/>
                <a:gd name="connsiteX20" fmla="*/ 1155791 w 4961924"/>
                <a:gd name="connsiteY20" fmla="*/ 4241750 h 4241750"/>
                <a:gd name="connsiteX21" fmla="*/ 385252 w 4961924"/>
                <a:gd name="connsiteY21" fmla="*/ 4241750 h 4241750"/>
                <a:gd name="connsiteX22" fmla="*/ 291954 w 4961924"/>
                <a:gd name="connsiteY22" fmla="*/ 4081572 h 4241750"/>
                <a:gd name="connsiteX23" fmla="*/ 49334 w 4961924"/>
                <a:gd name="connsiteY23" fmla="*/ 3462450 h 4241750"/>
                <a:gd name="connsiteX24" fmla="*/ 697040 w 4961924"/>
                <a:gd name="connsiteY24" fmla="*/ 1553793 h 4241750"/>
                <a:gd name="connsiteX25" fmla="*/ 2243651 w 4961924"/>
                <a:gd name="connsiteY25" fmla="*/ 89360 h 4241750"/>
                <a:gd name="connsiteX26" fmla="*/ 2860366 w 4961924"/>
                <a:gd name="connsiteY26" fmla="*/ 290 h 424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961924" h="4241750">
                  <a:moveTo>
                    <a:pt x="2860366" y="290"/>
                  </a:moveTo>
                  <a:cubicBezTo>
                    <a:pt x="3457635" y="-9057"/>
                    <a:pt x="3998796" y="208834"/>
                    <a:pt x="4503869" y="546588"/>
                  </a:cubicBezTo>
                  <a:cubicBezTo>
                    <a:pt x="4609235" y="617064"/>
                    <a:pt x="4715034" y="696136"/>
                    <a:pt x="4816879" y="783506"/>
                  </a:cubicBezTo>
                  <a:lnTo>
                    <a:pt x="4961924" y="916878"/>
                  </a:lnTo>
                  <a:lnTo>
                    <a:pt x="4961924" y="4241750"/>
                  </a:lnTo>
                  <a:lnTo>
                    <a:pt x="4562919" y="4241750"/>
                  </a:lnTo>
                  <a:lnTo>
                    <a:pt x="4586822" y="4213637"/>
                  </a:lnTo>
                  <a:cubicBezTo>
                    <a:pt x="4649485" y="4133877"/>
                    <a:pt x="4707815" y="4047166"/>
                    <a:pt x="4762695" y="3952854"/>
                  </a:cubicBezTo>
                  <a:cubicBezTo>
                    <a:pt x="4861622" y="3782848"/>
                    <a:pt x="4887296" y="3694842"/>
                    <a:pt x="4899352" y="3631238"/>
                  </a:cubicBezTo>
                  <a:cubicBezTo>
                    <a:pt x="4916960" y="3538446"/>
                    <a:pt x="4915626" y="3419833"/>
                    <a:pt x="4913697" y="3255629"/>
                  </a:cubicBezTo>
                  <a:cubicBezTo>
                    <a:pt x="4911196" y="3035896"/>
                    <a:pt x="4907780" y="2734844"/>
                    <a:pt x="4948868" y="2308976"/>
                  </a:cubicBezTo>
                  <a:cubicBezTo>
                    <a:pt x="4971361" y="2076125"/>
                    <a:pt x="4909748" y="1854571"/>
                    <a:pt x="4760464" y="1631653"/>
                  </a:cubicBezTo>
                  <a:cubicBezTo>
                    <a:pt x="4623847" y="1427699"/>
                    <a:pt x="4415624" y="1228904"/>
                    <a:pt x="4158265" y="1056752"/>
                  </a:cubicBezTo>
                  <a:cubicBezTo>
                    <a:pt x="3855104" y="854020"/>
                    <a:pt x="3572969" y="724304"/>
                    <a:pt x="3295504" y="659991"/>
                  </a:cubicBezTo>
                  <a:cubicBezTo>
                    <a:pt x="2998568" y="591135"/>
                    <a:pt x="2705635" y="598008"/>
                    <a:pt x="2400205" y="680861"/>
                  </a:cubicBezTo>
                  <a:cubicBezTo>
                    <a:pt x="1863373" y="826486"/>
                    <a:pt x="1575835" y="1260672"/>
                    <a:pt x="1228363" y="1858090"/>
                  </a:cubicBezTo>
                  <a:cubicBezTo>
                    <a:pt x="1150390" y="1992089"/>
                    <a:pt x="1071533" y="2115125"/>
                    <a:pt x="995211" y="2234095"/>
                  </a:cubicBezTo>
                  <a:cubicBezTo>
                    <a:pt x="851980" y="2457434"/>
                    <a:pt x="728279" y="2650222"/>
                    <a:pt x="663293" y="2832893"/>
                  </a:cubicBezTo>
                  <a:cubicBezTo>
                    <a:pt x="605703" y="2994540"/>
                    <a:pt x="599973" y="3134617"/>
                    <a:pt x="644068" y="3301224"/>
                  </a:cubicBezTo>
                  <a:cubicBezTo>
                    <a:pt x="723963" y="3603086"/>
                    <a:pt x="861058" y="3879078"/>
                    <a:pt x="1051682" y="4121741"/>
                  </a:cubicBezTo>
                  <a:lnTo>
                    <a:pt x="1155791" y="4241750"/>
                  </a:lnTo>
                  <a:lnTo>
                    <a:pt x="385252" y="4241750"/>
                  </a:lnTo>
                  <a:lnTo>
                    <a:pt x="291954" y="4081572"/>
                  </a:lnTo>
                  <a:cubicBezTo>
                    <a:pt x="189557" y="3889333"/>
                    <a:pt x="107520" y="3682294"/>
                    <a:pt x="49334" y="3462450"/>
                  </a:cubicBezTo>
                  <a:cubicBezTo>
                    <a:pt x="-155725" y="2687681"/>
                    <a:pt x="321044" y="2199945"/>
                    <a:pt x="697040" y="1553793"/>
                  </a:cubicBezTo>
                  <a:cubicBezTo>
                    <a:pt x="1073038" y="907639"/>
                    <a:pt x="1464813" y="300633"/>
                    <a:pt x="2243651" y="89360"/>
                  </a:cubicBezTo>
                  <a:cubicBezTo>
                    <a:pt x="2455952" y="31770"/>
                    <a:pt x="2661276" y="3405"/>
                    <a:pt x="2860366" y="29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DC4B234-CD22-40BB-831E-DE40206AA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64890" y="2613525"/>
              <a:ext cx="4961924" cy="4241750"/>
            </a:xfrm>
            <a:custGeom>
              <a:avLst/>
              <a:gdLst>
                <a:gd name="connsiteX0" fmla="*/ 4961924 w 4961924"/>
                <a:gd name="connsiteY0" fmla="*/ 3780120 h 4241750"/>
                <a:gd name="connsiteX1" fmla="*/ 4961924 w 4961924"/>
                <a:gd name="connsiteY1" fmla="*/ 4241750 h 4241750"/>
                <a:gd name="connsiteX2" fmla="*/ 4690594 w 4961924"/>
                <a:gd name="connsiteY2" fmla="*/ 4241750 h 4241750"/>
                <a:gd name="connsiteX3" fmla="*/ 4730832 w 4961924"/>
                <a:gd name="connsiteY3" fmla="*/ 4190580 h 4241750"/>
                <a:gd name="connsiteX4" fmla="*/ 4851056 w 4961924"/>
                <a:gd name="connsiteY4" fmla="*/ 4003378 h 4241750"/>
                <a:gd name="connsiteX5" fmla="*/ 4960390 w 4961924"/>
                <a:gd name="connsiteY5" fmla="*/ 3784651 h 4241750"/>
                <a:gd name="connsiteX6" fmla="*/ 2860366 w 4961924"/>
                <a:gd name="connsiteY6" fmla="*/ 290 h 4241750"/>
                <a:gd name="connsiteX7" fmla="*/ 4503870 w 4961924"/>
                <a:gd name="connsiteY7" fmla="*/ 546588 h 4241750"/>
                <a:gd name="connsiteX8" fmla="*/ 4816872 w 4961924"/>
                <a:gd name="connsiteY8" fmla="*/ 783509 h 4241750"/>
                <a:gd name="connsiteX9" fmla="*/ 4961924 w 4961924"/>
                <a:gd name="connsiteY9" fmla="*/ 916897 h 4241750"/>
                <a:gd name="connsiteX10" fmla="*/ 4961924 w 4961924"/>
                <a:gd name="connsiteY10" fmla="*/ 1784881 h 4241750"/>
                <a:gd name="connsiteX11" fmla="*/ 4950067 w 4961924"/>
                <a:gd name="connsiteY11" fmla="*/ 1756820 h 4241750"/>
                <a:gd name="connsiteX12" fmla="*/ 4845861 w 4961924"/>
                <a:gd name="connsiteY12" fmla="*/ 1574254 h 4241750"/>
                <a:gd name="connsiteX13" fmla="*/ 4215918 w 4961924"/>
                <a:gd name="connsiteY13" fmla="*/ 971588 h 4241750"/>
                <a:gd name="connsiteX14" fmla="*/ 3319590 w 4961924"/>
                <a:gd name="connsiteY14" fmla="*/ 560369 h 4241750"/>
                <a:gd name="connsiteX15" fmla="*/ 2374113 w 4961924"/>
                <a:gd name="connsiteY15" fmla="*/ 582278 h 4241750"/>
                <a:gd name="connsiteX16" fmla="*/ 1692486 w 4961924"/>
                <a:gd name="connsiteY16" fmla="*/ 1005131 h 4241750"/>
                <a:gd name="connsiteX17" fmla="*/ 1139674 w 4961924"/>
                <a:gd name="connsiteY17" fmla="*/ 1807128 h 4241750"/>
                <a:gd name="connsiteX18" fmla="*/ 908812 w 4961924"/>
                <a:gd name="connsiteY18" fmla="*/ 2179343 h 4241750"/>
                <a:gd name="connsiteX19" fmla="*/ 566543 w 4961924"/>
                <a:gd name="connsiteY19" fmla="*/ 2799229 h 4241750"/>
                <a:gd name="connsiteX20" fmla="*/ 544789 w 4961924"/>
                <a:gd name="connsiteY20" fmla="*/ 3327837 h 4241750"/>
                <a:gd name="connsiteX21" fmla="*/ 970585 w 4961924"/>
                <a:gd name="connsiteY21" fmla="*/ 4184948 h 4241750"/>
                <a:gd name="connsiteX22" fmla="*/ 1019856 w 4961924"/>
                <a:gd name="connsiteY22" fmla="*/ 4241750 h 4241750"/>
                <a:gd name="connsiteX23" fmla="*/ 385253 w 4961924"/>
                <a:gd name="connsiteY23" fmla="*/ 4241750 h 4241750"/>
                <a:gd name="connsiteX24" fmla="*/ 291955 w 4961924"/>
                <a:gd name="connsiteY24" fmla="*/ 4081572 h 4241750"/>
                <a:gd name="connsiteX25" fmla="*/ 49334 w 4961924"/>
                <a:gd name="connsiteY25" fmla="*/ 3462450 h 4241750"/>
                <a:gd name="connsiteX26" fmla="*/ 697041 w 4961924"/>
                <a:gd name="connsiteY26" fmla="*/ 1553792 h 4241750"/>
                <a:gd name="connsiteX27" fmla="*/ 2243651 w 4961924"/>
                <a:gd name="connsiteY27" fmla="*/ 89360 h 4241750"/>
                <a:gd name="connsiteX28" fmla="*/ 2860366 w 4961924"/>
                <a:gd name="connsiteY28" fmla="*/ 290 h 424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961924" h="4241750">
                  <a:moveTo>
                    <a:pt x="4961924" y="3780120"/>
                  </a:moveTo>
                  <a:lnTo>
                    <a:pt x="4961924" y="4241750"/>
                  </a:lnTo>
                  <a:lnTo>
                    <a:pt x="4690594" y="4241750"/>
                  </a:lnTo>
                  <a:lnTo>
                    <a:pt x="4730832" y="4190580"/>
                  </a:lnTo>
                  <a:cubicBezTo>
                    <a:pt x="4772669" y="4131651"/>
                    <a:pt x="4812690" y="4069310"/>
                    <a:pt x="4851056" y="4003378"/>
                  </a:cubicBezTo>
                  <a:cubicBezTo>
                    <a:pt x="4904439" y="3911711"/>
                    <a:pt x="4938230" y="3841234"/>
                    <a:pt x="4960390" y="3784651"/>
                  </a:cubicBezTo>
                  <a:close/>
                  <a:moveTo>
                    <a:pt x="2860366" y="290"/>
                  </a:moveTo>
                  <a:cubicBezTo>
                    <a:pt x="3457635" y="-9057"/>
                    <a:pt x="3998796" y="208834"/>
                    <a:pt x="4503870" y="546588"/>
                  </a:cubicBezTo>
                  <a:cubicBezTo>
                    <a:pt x="4609236" y="617064"/>
                    <a:pt x="4715032" y="696137"/>
                    <a:pt x="4816872" y="783509"/>
                  </a:cubicBezTo>
                  <a:lnTo>
                    <a:pt x="4961924" y="916897"/>
                  </a:lnTo>
                  <a:lnTo>
                    <a:pt x="4961924" y="1784881"/>
                  </a:lnTo>
                  <a:lnTo>
                    <a:pt x="4950067" y="1756820"/>
                  </a:lnTo>
                  <a:cubicBezTo>
                    <a:pt x="4921279" y="1695818"/>
                    <a:pt x="4886564" y="1635036"/>
                    <a:pt x="4845861" y="1574254"/>
                  </a:cubicBezTo>
                  <a:cubicBezTo>
                    <a:pt x="4701995" y="1359374"/>
                    <a:pt x="4484232" y="1151017"/>
                    <a:pt x="4215918" y="971588"/>
                  </a:cubicBezTo>
                  <a:cubicBezTo>
                    <a:pt x="3902456" y="762036"/>
                    <a:pt x="3609271" y="627496"/>
                    <a:pt x="3319590" y="560369"/>
                  </a:cubicBezTo>
                  <a:cubicBezTo>
                    <a:pt x="3005602" y="487686"/>
                    <a:pt x="2696391" y="494854"/>
                    <a:pt x="2374113" y="582278"/>
                  </a:cubicBezTo>
                  <a:cubicBezTo>
                    <a:pt x="2112782" y="653168"/>
                    <a:pt x="1896224" y="787673"/>
                    <a:pt x="1692486" y="1005131"/>
                  </a:cubicBezTo>
                  <a:cubicBezTo>
                    <a:pt x="1482349" y="1229714"/>
                    <a:pt x="1304163" y="1524453"/>
                    <a:pt x="1139674" y="1807128"/>
                  </a:cubicBezTo>
                  <a:cubicBezTo>
                    <a:pt x="1062769" y="1939146"/>
                    <a:pt x="984523" y="2061278"/>
                    <a:pt x="908812" y="2179343"/>
                  </a:cubicBezTo>
                  <a:cubicBezTo>
                    <a:pt x="762092" y="2407960"/>
                    <a:pt x="635490" y="2605445"/>
                    <a:pt x="566543" y="2799229"/>
                  </a:cubicBezTo>
                  <a:cubicBezTo>
                    <a:pt x="502372" y="2979355"/>
                    <a:pt x="495683" y="3142303"/>
                    <a:pt x="544789" y="3327837"/>
                  </a:cubicBezTo>
                  <a:cubicBezTo>
                    <a:pt x="628232" y="3643108"/>
                    <a:pt x="771474" y="3931485"/>
                    <a:pt x="970585" y="4184948"/>
                  </a:cubicBezTo>
                  <a:lnTo>
                    <a:pt x="1019856" y="4241750"/>
                  </a:lnTo>
                  <a:lnTo>
                    <a:pt x="385253" y="4241750"/>
                  </a:lnTo>
                  <a:lnTo>
                    <a:pt x="291955" y="4081572"/>
                  </a:lnTo>
                  <a:cubicBezTo>
                    <a:pt x="189558" y="3889334"/>
                    <a:pt x="107521" y="3682295"/>
                    <a:pt x="49334" y="3462450"/>
                  </a:cubicBezTo>
                  <a:cubicBezTo>
                    <a:pt x="-155725" y="2687681"/>
                    <a:pt x="321045" y="2199945"/>
                    <a:pt x="697041" y="1553792"/>
                  </a:cubicBezTo>
                  <a:cubicBezTo>
                    <a:pt x="1073039" y="907639"/>
                    <a:pt x="1464813" y="300633"/>
                    <a:pt x="2243651" y="89360"/>
                  </a:cubicBezTo>
                  <a:cubicBezTo>
                    <a:pt x="2455952" y="31770"/>
                    <a:pt x="2661276" y="3405"/>
                    <a:pt x="2860366" y="29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28" name="Freeform: Shape 27">
              <a:extLst>
                <a:ext uri="{FF2B5EF4-FFF2-40B4-BE49-F238E27FC236}">
                  <a16:creationId xmlns:a16="http://schemas.microsoft.com/office/drawing/2014/main" id="{7158934E-AE93-4B15-87B8-BF84C2EFB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5288" y="2243097"/>
              <a:ext cx="5361526" cy="4612178"/>
            </a:xfrm>
            <a:custGeom>
              <a:avLst/>
              <a:gdLst>
                <a:gd name="connsiteX0" fmla="*/ 5361526 w 5361526"/>
                <a:gd name="connsiteY0" fmla="*/ 4501915 h 4612178"/>
                <a:gd name="connsiteX1" fmla="*/ 5361526 w 5361526"/>
                <a:gd name="connsiteY1" fmla="*/ 4612178 h 4612178"/>
                <a:gd name="connsiteX2" fmla="*/ 5279125 w 5361526"/>
                <a:gd name="connsiteY2" fmla="*/ 4612178 h 4612178"/>
                <a:gd name="connsiteX3" fmla="*/ 5279916 w 5361526"/>
                <a:gd name="connsiteY3" fmla="*/ 4611262 h 4612178"/>
                <a:gd name="connsiteX4" fmla="*/ 5318906 w 5361526"/>
                <a:gd name="connsiteY4" fmla="*/ 4559954 h 4612178"/>
                <a:gd name="connsiteX5" fmla="*/ 5357310 w 5361526"/>
                <a:gd name="connsiteY5" fmla="*/ 4507987 h 4612178"/>
                <a:gd name="connsiteX6" fmla="*/ 3209114 w 5361526"/>
                <a:gd name="connsiteY6" fmla="*/ 1897 h 4612178"/>
                <a:gd name="connsiteX7" fmla="*/ 5286441 w 5361526"/>
                <a:gd name="connsiteY7" fmla="*/ 920072 h 4612178"/>
                <a:gd name="connsiteX8" fmla="*/ 5361526 w 5361526"/>
                <a:gd name="connsiteY8" fmla="*/ 1006088 h 4612178"/>
                <a:gd name="connsiteX9" fmla="*/ 5361526 w 5361526"/>
                <a:gd name="connsiteY9" fmla="*/ 1524438 h 4612178"/>
                <a:gd name="connsiteX10" fmla="*/ 5293717 w 5361526"/>
                <a:gd name="connsiteY10" fmla="*/ 1441145 h 4612178"/>
                <a:gd name="connsiteX11" fmla="*/ 5107511 w 5361526"/>
                <a:gd name="connsiteY11" fmla="*/ 1262343 h 4612178"/>
                <a:gd name="connsiteX12" fmla="*/ 4688624 w 5361526"/>
                <a:gd name="connsiteY12" fmla="*/ 963140 h 4612178"/>
                <a:gd name="connsiteX13" fmla="*/ 4232411 w 5361526"/>
                <a:gd name="connsiteY13" fmla="*/ 726973 h 4612178"/>
                <a:gd name="connsiteX14" fmla="*/ 3996189 w 5361526"/>
                <a:gd name="connsiteY14" fmla="*/ 634781 h 4612178"/>
                <a:gd name="connsiteX15" fmla="*/ 3755529 w 5361526"/>
                <a:gd name="connsiteY15" fmla="*/ 563136 h 4612178"/>
                <a:gd name="connsiteX16" fmla="*/ 3264120 w 5361526"/>
                <a:gd name="connsiteY16" fmla="*/ 492888 h 4612178"/>
                <a:gd name="connsiteX17" fmla="*/ 2770692 w 5361526"/>
                <a:gd name="connsiteY17" fmla="*/ 532792 h 4612178"/>
                <a:gd name="connsiteX18" fmla="*/ 2709666 w 5361526"/>
                <a:gd name="connsiteY18" fmla="*/ 545150 h 4612178"/>
                <a:gd name="connsiteX19" fmla="*/ 2648897 w 5361526"/>
                <a:gd name="connsiteY19" fmla="*/ 558872 h 4612178"/>
                <a:gd name="connsiteX20" fmla="*/ 2588416 w 5361526"/>
                <a:gd name="connsiteY20" fmla="*/ 574460 h 4612178"/>
                <a:gd name="connsiteX21" fmla="*/ 2529518 w 5361526"/>
                <a:gd name="connsiteY21" fmla="*/ 591358 h 4612178"/>
                <a:gd name="connsiteX22" fmla="*/ 2302604 w 5361526"/>
                <a:gd name="connsiteY22" fmla="*/ 677371 h 4612178"/>
                <a:gd name="connsiteX23" fmla="*/ 1895486 w 5361526"/>
                <a:gd name="connsiteY23" fmla="*/ 941931 h 4612178"/>
                <a:gd name="connsiteX24" fmla="*/ 1554603 w 5361526"/>
                <a:gd name="connsiteY24" fmla="*/ 1308258 h 4612178"/>
                <a:gd name="connsiteX25" fmla="*/ 1262322 w 5361526"/>
                <a:gd name="connsiteY25" fmla="*/ 1735392 h 4612178"/>
                <a:gd name="connsiteX26" fmla="*/ 1193322 w 5361526"/>
                <a:gd name="connsiteY26" fmla="*/ 1847443 h 4612178"/>
                <a:gd name="connsiteX27" fmla="*/ 1123654 w 5361526"/>
                <a:gd name="connsiteY27" fmla="*/ 1962027 h 4612178"/>
                <a:gd name="connsiteX28" fmla="*/ 977214 w 5361526"/>
                <a:gd name="connsiteY28" fmla="*/ 2189235 h 4612178"/>
                <a:gd name="connsiteX29" fmla="*/ 830163 w 5361526"/>
                <a:gd name="connsiteY29" fmla="*/ 2409855 h 4612178"/>
                <a:gd name="connsiteX30" fmla="*/ 692149 w 5361526"/>
                <a:gd name="connsiteY30" fmla="*/ 2629250 h 4612178"/>
                <a:gd name="connsiteX31" fmla="*/ 574779 w 5361526"/>
                <a:gd name="connsiteY31" fmla="*/ 2853179 h 4612178"/>
                <a:gd name="connsiteX32" fmla="*/ 490961 w 5361526"/>
                <a:gd name="connsiteY32" fmla="*/ 3085709 h 4612178"/>
                <a:gd name="connsiteX33" fmla="*/ 453705 w 5361526"/>
                <a:gd name="connsiteY33" fmla="*/ 3327816 h 4612178"/>
                <a:gd name="connsiteX34" fmla="*/ 466741 w 5361526"/>
                <a:gd name="connsiteY34" fmla="*/ 3574907 h 4612178"/>
                <a:gd name="connsiteX35" fmla="*/ 471534 w 5361526"/>
                <a:gd name="connsiteY35" fmla="*/ 3605843 h 4612178"/>
                <a:gd name="connsiteX36" fmla="*/ 477720 w 5361526"/>
                <a:gd name="connsiteY36" fmla="*/ 3636605 h 4612178"/>
                <a:gd name="connsiteX37" fmla="*/ 483838 w 5361526"/>
                <a:gd name="connsiteY37" fmla="*/ 3667491 h 4612178"/>
                <a:gd name="connsiteX38" fmla="*/ 491571 w 5361526"/>
                <a:gd name="connsiteY38" fmla="*/ 3698652 h 4612178"/>
                <a:gd name="connsiteX39" fmla="*/ 507280 w 5361526"/>
                <a:gd name="connsiteY39" fmla="*/ 3761116 h 4612178"/>
                <a:gd name="connsiteX40" fmla="*/ 515135 w 5361526"/>
                <a:gd name="connsiteY40" fmla="*/ 3792348 h 4612178"/>
                <a:gd name="connsiteX41" fmla="*/ 519062 w 5361526"/>
                <a:gd name="connsiteY41" fmla="*/ 3807963 h 4612178"/>
                <a:gd name="connsiteX42" fmla="*/ 523757 w 5361526"/>
                <a:gd name="connsiteY42" fmla="*/ 3823370 h 4612178"/>
                <a:gd name="connsiteX43" fmla="*/ 561944 w 5361526"/>
                <a:gd name="connsiteY43" fmla="*/ 3946665 h 4612178"/>
                <a:gd name="connsiteX44" fmla="*/ 606750 w 5361526"/>
                <a:gd name="connsiteY44" fmla="*/ 4067755 h 4612178"/>
                <a:gd name="connsiteX45" fmla="*/ 657836 w 5361526"/>
                <a:gd name="connsiteY45" fmla="*/ 4186528 h 4612178"/>
                <a:gd name="connsiteX46" fmla="*/ 664329 w 5361526"/>
                <a:gd name="connsiteY46" fmla="*/ 4201345 h 4612178"/>
                <a:gd name="connsiteX47" fmla="*/ 671540 w 5361526"/>
                <a:gd name="connsiteY47" fmla="*/ 4215764 h 4612178"/>
                <a:gd name="connsiteX48" fmla="*/ 685987 w 5361526"/>
                <a:gd name="connsiteY48" fmla="*/ 4244695 h 4612178"/>
                <a:gd name="connsiteX49" fmla="*/ 714907 w 5361526"/>
                <a:gd name="connsiteY49" fmla="*/ 4302653 h 4612178"/>
                <a:gd name="connsiteX50" fmla="*/ 846679 w 5361526"/>
                <a:gd name="connsiteY50" fmla="*/ 4525723 h 4612178"/>
                <a:gd name="connsiteX51" fmla="*/ 864285 w 5361526"/>
                <a:gd name="connsiteY51" fmla="*/ 4552977 h 4612178"/>
                <a:gd name="connsiteX52" fmla="*/ 883010 w 5361526"/>
                <a:gd name="connsiteY52" fmla="*/ 4579418 h 4612178"/>
                <a:gd name="connsiteX53" fmla="*/ 906594 w 5361526"/>
                <a:gd name="connsiteY53" fmla="*/ 4612178 h 4612178"/>
                <a:gd name="connsiteX54" fmla="*/ 410149 w 5361526"/>
                <a:gd name="connsiteY54" fmla="*/ 4612178 h 4612178"/>
                <a:gd name="connsiteX55" fmla="*/ 354704 w 5361526"/>
                <a:gd name="connsiteY55" fmla="*/ 4516478 h 4612178"/>
                <a:gd name="connsiteX56" fmla="*/ 101993 w 5361526"/>
                <a:gd name="connsiteY56" fmla="*/ 3869726 h 4612178"/>
                <a:gd name="connsiteX57" fmla="*/ 2290556 w 5361526"/>
                <a:gd name="connsiteY57" fmla="*/ 108671 h 4612178"/>
                <a:gd name="connsiteX58" fmla="*/ 3209114 w 5361526"/>
                <a:gd name="connsiteY58" fmla="*/ 1897 h 4612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61526" h="4612178">
                  <a:moveTo>
                    <a:pt x="5361526" y="4501915"/>
                  </a:moveTo>
                  <a:lnTo>
                    <a:pt x="5361526" y="4612178"/>
                  </a:lnTo>
                  <a:lnTo>
                    <a:pt x="5279125" y="4612178"/>
                  </a:lnTo>
                  <a:lnTo>
                    <a:pt x="5279916" y="4611262"/>
                  </a:lnTo>
                  <a:lnTo>
                    <a:pt x="5318906" y="4559954"/>
                  </a:lnTo>
                  <a:cubicBezTo>
                    <a:pt x="5331958" y="4542803"/>
                    <a:pt x="5345399" y="4525954"/>
                    <a:pt x="5357310" y="4507987"/>
                  </a:cubicBezTo>
                  <a:close/>
                  <a:moveTo>
                    <a:pt x="3209114" y="1897"/>
                  </a:moveTo>
                  <a:cubicBezTo>
                    <a:pt x="4001649" y="29839"/>
                    <a:pt x="4745275" y="365212"/>
                    <a:pt x="5286441" y="920072"/>
                  </a:cubicBezTo>
                  <a:lnTo>
                    <a:pt x="5361526" y="1006088"/>
                  </a:lnTo>
                  <a:lnTo>
                    <a:pt x="5361526" y="1524438"/>
                  </a:lnTo>
                  <a:lnTo>
                    <a:pt x="5293717" y="1441145"/>
                  </a:lnTo>
                  <a:cubicBezTo>
                    <a:pt x="5235105" y="1377989"/>
                    <a:pt x="5172668" y="1318454"/>
                    <a:pt x="5107511" y="1262343"/>
                  </a:cubicBezTo>
                  <a:cubicBezTo>
                    <a:pt x="4977170" y="1150025"/>
                    <a:pt x="4835850" y="1051023"/>
                    <a:pt x="4688624" y="963140"/>
                  </a:cubicBezTo>
                  <a:cubicBezTo>
                    <a:pt x="4540408" y="875014"/>
                    <a:pt x="4388126" y="794847"/>
                    <a:pt x="4232411" y="726973"/>
                  </a:cubicBezTo>
                  <a:cubicBezTo>
                    <a:pt x="4154434" y="693169"/>
                    <a:pt x="4075888" y="661874"/>
                    <a:pt x="3996189" y="634781"/>
                  </a:cubicBezTo>
                  <a:cubicBezTo>
                    <a:pt x="3916890" y="606864"/>
                    <a:pt x="3836465" y="583241"/>
                    <a:pt x="3755529" y="563136"/>
                  </a:cubicBezTo>
                  <a:cubicBezTo>
                    <a:pt x="3593710" y="523114"/>
                    <a:pt x="3429330" y="497910"/>
                    <a:pt x="3264120" y="492888"/>
                  </a:cubicBezTo>
                  <a:cubicBezTo>
                    <a:pt x="3098959" y="488056"/>
                    <a:pt x="2933721" y="501974"/>
                    <a:pt x="2770692" y="532792"/>
                  </a:cubicBezTo>
                  <a:cubicBezTo>
                    <a:pt x="2750302" y="536992"/>
                    <a:pt x="2729954" y="540568"/>
                    <a:pt x="2709666" y="545150"/>
                  </a:cubicBezTo>
                  <a:lnTo>
                    <a:pt x="2648897" y="558872"/>
                  </a:lnTo>
                  <a:lnTo>
                    <a:pt x="2588416" y="574460"/>
                  </a:lnTo>
                  <a:cubicBezTo>
                    <a:pt x="2568038" y="579476"/>
                    <a:pt x="2549240" y="585803"/>
                    <a:pt x="2529518" y="591358"/>
                  </a:cubicBezTo>
                  <a:cubicBezTo>
                    <a:pt x="2451654" y="614731"/>
                    <a:pt x="2376004" y="643746"/>
                    <a:pt x="2302604" y="677371"/>
                  </a:cubicBezTo>
                  <a:cubicBezTo>
                    <a:pt x="2155755" y="744838"/>
                    <a:pt x="2019903" y="834803"/>
                    <a:pt x="1895486" y="941931"/>
                  </a:cubicBezTo>
                  <a:cubicBezTo>
                    <a:pt x="1771362" y="1049387"/>
                    <a:pt x="1658379" y="1173675"/>
                    <a:pt x="1554603" y="1308258"/>
                  </a:cubicBezTo>
                  <a:cubicBezTo>
                    <a:pt x="1450514" y="1442824"/>
                    <a:pt x="1354827" y="1586982"/>
                    <a:pt x="1262322" y="1735392"/>
                  </a:cubicBezTo>
                  <a:cubicBezTo>
                    <a:pt x="1239143" y="1772586"/>
                    <a:pt x="1216208" y="1809918"/>
                    <a:pt x="1193322" y="1847443"/>
                  </a:cubicBezTo>
                  <a:lnTo>
                    <a:pt x="1123654" y="1962027"/>
                  </a:lnTo>
                  <a:cubicBezTo>
                    <a:pt x="1075912" y="2039348"/>
                    <a:pt x="1026679" y="2114926"/>
                    <a:pt x="977214" y="2189235"/>
                  </a:cubicBezTo>
                  <a:lnTo>
                    <a:pt x="830163" y="2409855"/>
                  </a:lnTo>
                  <a:cubicBezTo>
                    <a:pt x="782224" y="2482931"/>
                    <a:pt x="735411" y="2555600"/>
                    <a:pt x="692149" y="2629250"/>
                  </a:cubicBezTo>
                  <a:cubicBezTo>
                    <a:pt x="649106" y="2702945"/>
                    <a:pt x="608860" y="2777106"/>
                    <a:pt x="574779" y="2853179"/>
                  </a:cubicBezTo>
                  <a:cubicBezTo>
                    <a:pt x="540309" y="2928947"/>
                    <a:pt x="511325" y="3006400"/>
                    <a:pt x="490961" y="3085709"/>
                  </a:cubicBezTo>
                  <a:cubicBezTo>
                    <a:pt x="470474" y="3164950"/>
                    <a:pt x="457859" y="3245945"/>
                    <a:pt x="453705" y="3327816"/>
                  </a:cubicBezTo>
                  <a:cubicBezTo>
                    <a:pt x="449554" y="3409687"/>
                    <a:pt x="454297" y="3492522"/>
                    <a:pt x="466741" y="3574907"/>
                  </a:cubicBezTo>
                  <a:lnTo>
                    <a:pt x="471534" y="3605843"/>
                  </a:lnTo>
                  <a:lnTo>
                    <a:pt x="477720" y="3636605"/>
                  </a:lnTo>
                  <a:lnTo>
                    <a:pt x="483838" y="3667491"/>
                  </a:lnTo>
                  <a:cubicBezTo>
                    <a:pt x="486158" y="3677811"/>
                    <a:pt x="489033" y="3688288"/>
                    <a:pt x="491571" y="3698652"/>
                  </a:cubicBezTo>
                  <a:lnTo>
                    <a:pt x="507280" y="3761116"/>
                  </a:lnTo>
                  <a:lnTo>
                    <a:pt x="515135" y="3792348"/>
                  </a:lnTo>
                  <a:lnTo>
                    <a:pt x="519062" y="3807963"/>
                  </a:lnTo>
                  <a:lnTo>
                    <a:pt x="523757" y="3823370"/>
                  </a:lnTo>
                  <a:cubicBezTo>
                    <a:pt x="536575" y="3864411"/>
                    <a:pt x="548815" y="3905608"/>
                    <a:pt x="561944" y="3946665"/>
                  </a:cubicBezTo>
                  <a:lnTo>
                    <a:pt x="606750" y="4067755"/>
                  </a:lnTo>
                  <a:cubicBezTo>
                    <a:pt x="623068" y="4107641"/>
                    <a:pt x="640776" y="4146945"/>
                    <a:pt x="657836" y="4186528"/>
                  </a:cubicBezTo>
                  <a:lnTo>
                    <a:pt x="664329" y="4201345"/>
                  </a:lnTo>
                  <a:lnTo>
                    <a:pt x="671540" y="4215764"/>
                  </a:lnTo>
                  <a:lnTo>
                    <a:pt x="685987" y="4244695"/>
                  </a:lnTo>
                  <a:lnTo>
                    <a:pt x="714907" y="4302653"/>
                  </a:lnTo>
                  <a:cubicBezTo>
                    <a:pt x="755611" y="4378702"/>
                    <a:pt x="798470" y="4453960"/>
                    <a:pt x="846679" y="4525723"/>
                  </a:cubicBezTo>
                  <a:lnTo>
                    <a:pt x="864285" y="4552977"/>
                  </a:lnTo>
                  <a:cubicBezTo>
                    <a:pt x="870081" y="4562049"/>
                    <a:pt x="876760" y="4570573"/>
                    <a:pt x="883010" y="4579418"/>
                  </a:cubicBezTo>
                  <a:lnTo>
                    <a:pt x="906594" y="4612178"/>
                  </a:lnTo>
                  <a:lnTo>
                    <a:pt x="410149" y="4612178"/>
                  </a:lnTo>
                  <a:lnTo>
                    <a:pt x="354704" y="4516478"/>
                  </a:lnTo>
                  <a:cubicBezTo>
                    <a:pt x="248169" y="4315507"/>
                    <a:pt x="162738" y="4099239"/>
                    <a:pt x="101993" y="3869726"/>
                  </a:cubicBezTo>
                  <a:cubicBezTo>
                    <a:pt x="-329976" y="2237636"/>
                    <a:pt x="649892" y="553729"/>
                    <a:pt x="2290556" y="108671"/>
                  </a:cubicBezTo>
                  <a:cubicBezTo>
                    <a:pt x="2598180" y="25223"/>
                    <a:pt x="2907195" y="-8749"/>
                    <a:pt x="3209114" y="189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8DE9038-209B-495C-9722-BBC6BA189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23319" y="-2725"/>
            <a:ext cx="4353551" cy="2522814"/>
            <a:chOff x="7723319" y="-24157"/>
            <a:chExt cx="4353551" cy="2522814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191050E-85E0-4DEA-9F84-84EF195D7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9316" y="-24157"/>
              <a:ext cx="3870490" cy="2400813"/>
            </a:xfrm>
            <a:custGeom>
              <a:avLst/>
              <a:gdLst>
                <a:gd name="connsiteX0" fmla="*/ 52934 w 3870490"/>
                <a:gd name="connsiteY0" fmla="*/ 0 h 2400813"/>
                <a:gd name="connsiteX1" fmla="*/ 225844 w 3870490"/>
                <a:gd name="connsiteY1" fmla="*/ 0 h 2400813"/>
                <a:gd name="connsiteX2" fmla="*/ 185052 w 3870490"/>
                <a:gd name="connsiteY2" fmla="*/ 70375 h 2400813"/>
                <a:gd name="connsiteX3" fmla="*/ 153127 w 3870490"/>
                <a:gd name="connsiteY3" fmla="*/ 145729 h 2400813"/>
                <a:gd name="connsiteX4" fmla="*/ 117779 w 3870490"/>
                <a:gd name="connsiteY4" fmla="*/ 307391 h 2400813"/>
                <a:gd name="connsiteX5" fmla="*/ 115788 w 3870490"/>
                <a:gd name="connsiteY5" fmla="*/ 328230 h 2400813"/>
                <a:gd name="connsiteX6" fmla="*/ 114721 w 3870490"/>
                <a:gd name="connsiteY6" fmla="*/ 349211 h 2400813"/>
                <a:gd name="connsiteX7" fmla="*/ 113796 w 3870490"/>
                <a:gd name="connsiteY7" fmla="*/ 370263 h 2400813"/>
                <a:gd name="connsiteX8" fmla="*/ 113867 w 3870490"/>
                <a:gd name="connsiteY8" fmla="*/ 391814 h 2400813"/>
                <a:gd name="connsiteX9" fmla="*/ 114436 w 3870490"/>
                <a:gd name="connsiteY9" fmla="*/ 434985 h 2400813"/>
                <a:gd name="connsiteX10" fmla="*/ 114863 w 3870490"/>
                <a:gd name="connsiteY10" fmla="*/ 456606 h 2400813"/>
                <a:gd name="connsiteX11" fmla="*/ 115076 w 3870490"/>
                <a:gd name="connsiteY11" fmla="*/ 467417 h 2400813"/>
                <a:gd name="connsiteX12" fmla="*/ 115930 w 3870490"/>
                <a:gd name="connsiteY12" fmla="*/ 478156 h 2400813"/>
                <a:gd name="connsiteX13" fmla="*/ 123469 w 3870490"/>
                <a:gd name="connsiteY13" fmla="*/ 564215 h 2400813"/>
                <a:gd name="connsiteX14" fmla="*/ 136555 w 3870490"/>
                <a:gd name="connsiteY14" fmla="*/ 649562 h 2400813"/>
                <a:gd name="connsiteX15" fmla="*/ 238332 w 3870490"/>
                <a:gd name="connsiteY15" fmla="*/ 977224 h 2400813"/>
                <a:gd name="connsiteX16" fmla="*/ 397220 w 3870490"/>
                <a:gd name="connsiteY16" fmla="*/ 1277361 h 2400813"/>
                <a:gd name="connsiteX17" fmla="*/ 419623 w 3870490"/>
                <a:gd name="connsiteY17" fmla="*/ 1313207 h 2400813"/>
                <a:gd name="connsiteX18" fmla="*/ 443449 w 3870490"/>
                <a:gd name="connsiteY18" fmla="*/ 1348057 h 2400813"/>
                <a:gd name="connsiteX19" fmla="*/ 466991 w 3870490"/>
                <a:gd name="connsiteY19" fmla="*/ 1383049 h 2400813"/>
                <a:gd name="connsiteX20" fmla="*/ 491813 w 3870490"/>
                <a:gd name="connsiteY20" fmla="*/ 1417188 h 2400813"/>
                <a:gd name="connsiteX21" fmla="*/ 516279 w 3870490"/>
                <a:gd name="connsiteY21" fmla="*/ 1451611 h 2400813"/>
                <a:gd name="connsiteX22" fmla="*/ 542025 w 3870490"/>
                <a:gd name="connsiteY22" fmla="*/ 1485039 h 2400813"/>
                <a:gd name="connsiteX23" fmla="*/ 567629 w 3870490"/>
                <a:gd name="connsiteY23" fmla="*/ 1518609 h 2400813"/>
                <a:gd name="connsiteX24" fmla="*/ 594656 w 3870490"/>
                <a:gd name="connsiteY24" fmla="*/ 1551112 h 2400813"/>
                <a:gd name="connsiteX25" fmla="*/ 621896 w 3870490"/>
                <a:gd name="connsiteY25" fmla="*/ 1583401 h 2400813"/>
                <a:gd name="connsiteX26" fmla="*/ 650558 w 3870490"/>
                <a:gd name="connsiteY26" fmla="*/ 1614482 h 2400813"/>
                <a:gd name="connsiteX27" fmla="*/ 679719 w 3870490"/>
                <a:gd name="connsiteY27" fmla="*/ 1645136 h 2400813"/>
                <a:gd name="connsiteX28" fmla="*/ 687044 w 3870490"/>
                <a:gd name="connsiteY28" fmla="*/ 1652817 h 2400813"/>
                <a:gd name="connsiteX29" fmla="*/ 694726 w 3870490"/>
                <a:gd name="connsiteY29" fmla="*/ 1660072 h 2400813"/>
                <a:gd name="connsiteX30" fmla="*/ 710088 w 3870490"/>
                <a:gd name="connsiteY30" fmla="*/ 1674652 h 2400813"/>
                <a:gd name="connsiteX31" fmla="*/ 740742 w 3870490"/>
                <a:gd name="connsiteY31" fmla="*/ 1703812 h 2400813"/>
                <a:gd name="connsiteX32" fmla="*/ 748423 w 3870490"/>
                <a:gd name="connsiteY32" fmla="*/ 1711138 h 2400813"/>
                <a:gd name="connsiteX33" fmla="*/ 756389 w 3870490"/>
                <a:gd name="connsiteY33" fmla="*/ 1718037 h 2400813"/>
                <a:gd name="connsiteX34" fmla="*/ 772320 w 3870490"/>
                <a:gd name="connsiteY34" fmla="*/ 1731906 h 2400813"/>
                <a:gd name="connsiteX35" fmla="*/ 836971 w 3870490"/>
                <a:gd name="connsiteY35" fmla="*/ 1786528 h 2400813"/>
                <a:gd name="connsiteX36" fmla="*/ 1120323 w 3870490"/>
                <a:gd name="connsiteY36" fmla="*/ 1971162 h 2400813"/>
                <a:gd name="connsiteX37" fmla="*/ 1436677 w 3870490"/>
                <a:gd name="connsiteY37" fmla="*/ 2088301 h 2400813"/>
                <a:gd name="connsiteX38" fmla="*/ 1477785 w 3870490"/>
                <a:gd name="connsiteY38" fmla="*/ 2097618 h 2400813"/>
                <a:gd name="connsiteX39" fmla="*/ 1518965 w 3870490"/>
                <a:gd name="connsiteY39" fmla="*/ 2106153 h 2400813"/>
                <a:gd name="connsiteX40" fmla="*/ 1560430 w 3870490"/>
                <a:gd name="connsiteY40" fmla="*/ 2112981 h 2400813"/>
                <a:gd name="connsiteX41" fmla="*/ 1581127 w 3870490"/>
                <a:gd name="connsiteY41" fmla="*/ 2116394 h 2400813"/>
                <a:gd name="connsiteX42" fmla="*/ 1601894 w 3870490"/>
                <a:gd name="connsiteY42" fmla="*/ 2119381 h 2400813"/>
                <a:gd name="connsiteX43" fmla="*/ 1685179 w 3870490"/>
                <a:gd name="connsiteY43" fmla="*/ 2128414 h 2400813"/>
                <a:gd name="connsiteX44" fmla="*/ 1768606 w 3870490"/>
                <a:gd name="connsiteY44" fmla="*/ 2133250 h 2400813"/>
                <a:gd name="connsiteX45" fmla="*/ 1851962 w 3870490"/>
                <a:gd name="connsiteY45" fmla="*/ 2134246 h 2400813"/>
                <a:gd name="connsiteX46" fmla="*/ 1893568 w 3870490"/>
                <a:gd name="connsiteY46" fmla="*/ 2132966 h 2400813"/>
                <a:gd name="connsiteX47" fmla="*/ 1935033 w 3870490"/>
                <a:gd name="connsiteY47" fmla="*/ 2131686 h 2400813"/>
                <a:gd name="connsiteX48" fmla="*/ 1976924 w 3870490"/>
                <a:gd name="connsiteY48" fmla="*/ 2129339 h 2400813"/>
                <a:gd name="connsiteX49" fmla="*/ 2018957 w 3870490"/>
                <a:gd name="connsiteY49" fmla="*/ 2126494 h 2400813"/>
                <a:gd name="connsiteX50" fmla="*/ 2039939 w 3870490"/>
                <a:gd name="connsiteY50" fmla="*/ 2125285 h 2400813"/>
                <a:gd name="connsiteX51" fmla="*/ 2060777 w 3870490"/>
                <a:gd name="connsiteY51" fmla="*/ 2123222 h 2400813"/>
                <a:gd name="connsiteX52" fmla="*/ 2102384 w 3870490"/>
                <a:gd name="connsiteY52" fmla="*/ 2119239 h 2400813"/>
                <a:gd name="connsiteX53" fmla="*/ 2426774 w 3870490"/>
                <a:gd name="connsiteY53" fmla="*/ 2064902 h 2400813"/>
                <a:gd name="connsiteX54" fmla="*/ 2733597 w 3870490"/>
                <a:gd name="connsiteY54" fmla="*/ 1960209 h 2400813"/>
                <a:gd name="connsiteX55" fmla="*/ 2806925 w 3870490"/>
                <a:gd name="connsiteY55" fmla="*/ 1924292 h 2400813"/>
                <a:gd name="connsiteX56" fmla="*/ 2878474 w 3870490"/>
                <a:gd name="connsiteY56" fmla="*/ 1884037 h 2400813"/>
                <a:gd name="connsiteX57" fmla="*/ 2913324 w 3870490"/>
                <a:gd name="connsiteY57" fmla="*/ 1861989 h 2400813"/>
                <a:gd name="connsiteX58" fmla="*/ 2930749 w 3870490"/>
                <a:gd name="connsiteY58" fmla="*/ 1850894 h 2400813"/>
                <a:gd name="connsiteX59" fmla="*/ 2939497 w 3870490"/>
                <a:gd name="connsiteY59" fmla="*/ 1845346 h 2400813"/>
                <a:gd name="connsiteX60" fmla="*/ 2947961 w 3870490"/>
                <a:gd name="connsiteY60" fmla="*/ 1839301 h 2400813"/>
                <a:gd name="connsiteX61" fmla="*/ 2981815 w 3870490"/>
                <a:gd name="connsiteY61" fmla="*/ 1815261 h 2400813"/>
                <a:gd name="connsiteX62" fmla="*/ 3015314 w 3870490"/>
                <a:gd name="connsiteY62" fmla="*/ 1790439 h 2400813"/>
                <a:gd name="connsiteX63" fmla="*/ 3047959 w 3870490"/>
                <a:gd name="connsiteY63" fmla="*/ 1764266 h 2400813"/>
                <a:gd name="connsiteX64" fmla="*/ 3080035 w 3870490"/>
                <a:gd name="connsiteY64" fmla="*/ 1737311 h 2400813"/>
                <a:gd name="connsiteX65" fmla="*/ 3111329 w 3870490"/>
                <a:gd name="connsiteY65" fmla="*/ 1709217 h 2400813"/>
                <a:gd name="connsiteX66" fmla="*/ 3141912 w 3870490"/>
                <a:gd name="connsiteY66" fmla="*/ 1680484 h 2400813"/>
                <a:gd name="connsiteX67" fmla="*/ 3251512 w 3870490"/>
                <a:gd name="connsiteY67" fmla="*/ 1558722 h 2400813"/>
                <a:gd name="connsiteX68" fmla="*/ 3332236 w 3870490"/>
                <a:gd name="connsiteY68" fmla="*/ 1425936 h 2400813"/>
                <a:gd name="connsiteX69" fmla="*/ 3347599 w 3870490"/>
                <a:gd name="connsiteY69" fmla="*/ 1390304 h 2400813"/>
                <a:gd name="connsiteX70" fmla="*/ 3360756 w 3870490"/>
                <a:gd name="connsiteY70" fmla="*/ 1352751 h 2400813"/>
                <a:gd name="connsiteX71" fmla="*/ 3372776 w 3870490"/>
                <a:gd name="connsiteY71" fmla="*/ 1313847 h 2400813"/>
                <a:gd name="connsiteX72" fmla="*/ 3384085 w 3870490"/>
                <a:gd name="connsiteY72" fmla="*/ 1273805 h 2400813"/>
                <a:gd name="connsiteX73" fmla="*/ 3467298 w 3870490"/>
                <a:gd name="connsiteY73" fmla="*/ 927295 h 2400813"/>
                <a:gd name="connsiteX74" fmla="*/ 3576684 w 3870490"/>
                <a:gd name="connsiteY74" fmla="*/ 579150 h 2400813"/>
                <a:gd name="connsiteX75" fmla="*/ 3633583 w 3870490"/>
                <a:gd name="connsiteY75" fmla="*/ 271972 h 2400813"/>
                <a:gd name="connsiteX76" fmla="*/ 3622799 w 3870490"/>
                <a:gd name="connsiteY76" fmla="*/ 113831 h 2400813"/>
                <a:gd name="connsiteX77" fmla="*/ 3597198 w 3870490"/>
                <a:gd name="connsiteY77" fmla="*/ 0 h 2400813"/>
                <a:gd name="connsiteX78" fmla="*/ 3832669 w 3870490"/>
                <a:gd name="connsiteY78" fmla="*/ 0 h 2400813"/>
                <a:gd name="connsiteX79" fmla="*/ 3852116 w 3870490"/>
                <a:gd name="connsiteY79" fmla="*/ 76154 h 2400813"/>
                <a:gd name="connsiteX80" fmla="*/ 3870421 w 3870490"/>
                <a:gd name="connsiteY80" fmla="*/ 272399 h 2400813"/>
                <a:gd name="connsiteX81" fmla="*/ 3854063 w 3870490"/>
                <a:gd name="connsiteY81" fmla="*/ 470475 h 2400813"/>
                <a:gd name="connsiteX82" fmla="*/ 3802357 w 3870490"/>
                <a:gd name="connsiteY82" fmla="*/ 662435 h 2400813"/>
                <a:gd name="connsiteX83" fmla="*/ 3690765 w 3870490"/>
                <a:gd name="connsiteY83" fmla="*/ 990950 h 2400813"/>
                <a:gd name="connsiteX84" fmla="*/ 3665872 w 3870490"/>
                <a:gd name="connsiteY84" fmla="*/ 1074306 h 2400813"/>
                <a:gd name="connsiteX85" fmla="*/ 3641904 w 3870490"/>
                <a:gd name="connsiteY85" fmla="*/ 1158729 h 2400813"/>
                <a:gd name="connsiteX86" fmla="*/ 3618078 w 3870490"/>
                <a:gd name="connsiteY86" fmla="*/ 1244787 h 2400813"/>
                <a:gd name="connsiteX87" fmla="*/ 3605845 w 3870490"/>
                <a:gd name="connsiteY87" fmla="*/ 1288456 h 2400813"/>
                <a:gd name="connsiteX88" fmla="*/ 3592687 w 3870490"/>
                <a:gd name="connsiteY88" fmla="*/ 1333050 h 2400813"/>
                <a:gd name="connsiteX89" fmla="*/ 3578463 w 3870490"/>
                <a:gd name="connsiteY89" fmla="*/ 1378213 h 2400813"/>
                <a:gd name="connsiteX90" fmla="*/ 3562745 w 3870490"/>
                <a:gd name="connsiteY90" fmla="*/ 1423874 h 2400813"/>
                <a:gd name="connsiteX91" fmla="*/ 3545106 w 3870490"/>
                <a:gd name="connsiteY91" fmla="*/ 1469819 h 2400813"/>
                <a:gd name="connsiteX92" fmla="*/ 3524481 w 3870490"/>
                <a:gd name="connsiteY92" fmla="*/ 1515551 h 2400813"/>
                <a:gd name="connsiteX93" fmla="*/ 3420713 w 3870490"/>
                <a:gd name="connsiteY93" fmla="*/ 1686316 h 2400813"/>
                <a:gd name="connsiteX94" fmla="*/ 3296319 w 3870490"/>
                <a:gd name="connsiteY94" fmla="*/ 1832473 h 2400813"/>
                <a:gd name="connsiteX95" fmla="*/ 3263603 w 3870490"/>
                <a:gd name="connsiteY95" fmla="*/ 1866256 h 2400813"/>
                <a:gd name="connsiteX96" fmla="*/ 3230602 w 3870490"/>
                <a:gd name="connsiteY96" fmla="*/ 1899684 h 2400813"/>
                <a:gd name="connsiteX97" fmla="*/ 3196605 w 3870490"/>
                <a:gd name="connsiteY97" fmla="*/ 1932329 h 2400813"/>
                <a:gd name="connsiteX98" fmla="*/ 3162111 w 3870490"/>
                <a:gd name="connsiteY98" fmla="*/ 1964690 h 2400813"/>
                <a:gd name="connsiteX99" fmla="*/ 3126621 w 3870490"/>
                <a:gd name="connsiteY99" fmla="*/ 1996126 h 2400813"/>
                <a:gd name="connsiteX100" fmla="*/ 3090633 w 3870490"/>
                <a:gd name="connsiteY100" fmla="*/ 2027207 h 2400813"/>
                <a:gd name="connsiteX101" fmla="*/ 3081600 w 3870490"/>
                <a:gd name="connsiteY101" fmla="*/ 2034959 h 2400813"/>
                <a:gd name="connsiteX102" fmla="*/ 3072212 w 3870490"/>
                <a:gd name="connsiteY102" fmla="*/ 2042356 h 2400813"/>
                <a:gd name="connsiteX103" fmla="*/ 3053364 w 3870490"/>
                <a:gd name="connsiteY103" fmla="*/ 2057078 h 2400813"/>
                <a:gd name="connsiteX104" fmla="*/ 3015670 w 3870490"/>
                <a:gd name="connsiteY104" fmla="*/ 2086594 h 2400813"/>
                <a:gd name="connsiteX105" fmla="*/ 2937363 w 3870490"/>
                <a:gd name="connsiteY105" fmla="*/ 2142354 h 2400813"/>
                <a:gd name="connsiteX106" fmla="*/ 2855430 w 3870490"/>
                <a:gd name="connsiteY106" fmla="*/ 2193491 h 2400813"/>
                <a:gd name="connsiteX107" fmla="*/ 2498751 w 3870490"/>
                <a:gd name="connsiteY107" fmla="*/ 2342849 h 2400813"/>
                <a:gd name="connsiteX108" fmla="*/ 2120876 w 3870490"/>
                <a:gd name="connsiteY108" fmla="*/ 2399035 h 2400813"/>
                <a:gd name="connsiteX109" fmla="*/ 2073651 w 3870490"/>
                <a:gd name="connsiteY109" fmla="*/ 2400316 h 2400813"/>
                <a:gd name="connsiteX110" fmla="*/ 2050038 w 3870490"/>
                <a:gd name="connsiteY110" fmla="*/ 2400813 h 2400813"/>
                <a:gd name="connsiteX111" fmla="*/ 2026567 w 3870490"/>
                <a:gd name="connsiteY111" fmla="*/ 2400458 h 2400813"/>
                <a:gd name="connsiteX112" fmla="*/ 1979626 w 3870490"/>
                <a:gd name="connsiteY112" fmla="*/ 2399320 h 2400813"/>
                <a:gd name="connsiteX113" fmla="*/ 1932472 w 3870490"/>
                <a:gd name="connsiteY113" fmla="*/ 2397257 h 2400813"/>
                <a:gd name="connsiteX114" fmla="*/ 1837666 w 3870490"/>
                <a:gd name="connsiteY114" fmla="*/ 2389434 h 2400813"/>
                <a:gd name="connsiteX115" fmla="*/ 1743500 w 3870490"/>
                <a:gd name="connsiteY115" fmla="*/ 2376845 h 2400813"/>
                <a:gd name="connsiteX116" fmla="*/ 1650329 w 3870490"/>
                <a:gd name="connsiteY116" fmla="*/ 2359420 h 2400813"/>
                <a:gd name="connsiteX117" fmla="*/ 1558296 w 3870490"/>
                <a:gd name="connsiteY117" fmla="*/ 2337870 h 2400813"/>
                <a:gd name="connsiteX118" fmla="*/ 1467544 w 3870490"/>
                <a:gd name="connsiteY118" fmla="*/ 2312266 h 2400813"/>
                <a:gd name="connsiteX119" fmla="*/ 1422737 w 3870490"/>
                <a:gd name="connsiteY119" fmla="*/ 2297970 h 2400813"/>
                <a:gd name="connsiteX120" fmla="*/ 1378143 w 3870490"/>
                <a:gd name="connsiteY120" fmla="*/ 2283177 h 2400813"/>
                <a:gd name="connsiteX121" fmla="*/ 1035687 w 3870490"/>
                <a:gd name="connsiteY121" fmla="*/ 2133250 h 2400813"/>
                <a:gd name="connsiteX122" fmla="*/ 721894 w 3870490"/>
                <a:gd name="connsiteY122" fmla="*/ 1932187 h 2400813"/>
                <a:gd name="connsiteX123" fmla="*/ 649421 w 3870490"/>
                <a:gd name="connsiteY123" fmla="*/ 1873368 h 2400813"/>
                <a:gd name="connsiteX124" fmla="*/ 579934 w 3870490"/>
                <a:gd name="connsiteY124" fmla="*/ 1810994 h 2400813"/>
                <a:gd name="connsiteX125" fmla="*/ 562864 w 3870490"/>
                <a:gd name="connsiteY125" fmla="*/ 1795062 h 2400813"/>
                <a:gd name="connsiteX126" fmla="*/ 554330 w 3870490"/>
                <a:gd name="connsiteY126" fmla="*/ 1787097 h 2400813"/>
                <a:gd name="connsiteX127" fmla="*/ 546150 w 3870490"/>
                <a:gd name="connsiteY127" fmla="*/ 1778775 h 2400813"/>
                <a:gd name="connsiteX128" fmla="*/ 513434 w 3870490"/>
                <a:gd name="connsiteY128" fmla="*/ 1745419 h 2400813"/>
                <a:gd name="connsiteX129" fmla="*/ 480860 w 3870490"/>
                <a:gd name="connsiteY129" fmla="*/ 1711920 h 2400813"/>
                <a:gd name="connsiteX130" fmla="*/ 449424 w 3870490"/>
                <a:gd name="connsiteY130" fmla="*/ 1677355 h 2400813"/>
                <a:gd name="connsiteX131" fmla="*/ 418130 w 3870490"/>
                <a:gd name="connsiteY131" fmla="*/ 1642576 h 2400813"/>
                <a:gd name="connsiteX132" fmla="*/ 388401 w 3870490"/>
                <a:gd name="connsiteY132" fmla="*/ 1606445 h 2400813"/>
                <a:gd name="connsiteX133" fmla="*/ 358956 w 3870490"/>
                <a:gd name="connsiteY133" fmla="*/ 1570102 h 2400813"/>
                <a:gd name="connsiteX134" fmla="*/ 331431 w 3870490"/>
                <a:gd name="connsiteY134" fmla="*/ 1532264 h 2400813"/>
                <a:gd name="connsiteX135" fmla="*/ 304262 w 3870490"/>
                <a:gd name="connsiteY135" fmla="*/ 1494143 h 2400813"/>
                <a:gd name="connsiteX136" fmla="*/ 279370 w 3870490"/>
                <a:gd name="connsiteY136" fmla="*/ 1454456 h 2400813"/>
                <a:gd name="connsiteX137" fmla="*/ 254832 w 3870490"/>
                <a:gd name="connsiteY137" fmla="*/ 1414628 h 2400813"/>
                <a:gd name="connsiteX138" fmla="*/ 232215 w 3870490"/>
                <a:gd name="connsiteY138" fmla="*/ 1373661 h 2400813"/>
                <a:gd name="connsiteX139" fmla="*/ 91748 w 3870490"/>
                <a:gd name="connsiteY139" fmla="*/ 1029001 h 2400813"/>
                <a:gd name="connsiteX140" fmla="*/ 20341 w 3870490"/>
                <a:gd name="connsiteY140" fmla="*/ 667129 h 2400813"/>
                <a:gd name="connsiteX141" fmla="*/ 10811 w 3870490"/>
                <a:gd name="connsiteY141" fmla="*/ 575879 h 2400813"/>
                <a:gd name="connsiteX142" fmla="*/ 4481 w 3870490"/>
                <a:gd name="connsiteY142" fmla="*/ 484486 h 2400813"/>
                <a:gd name="connsiteX143" fmla="*/ 3627 w 3870490"/>
                <a:gd name="connsiteY143" fmla="*/ 473035 h 2400813"/>
                <a:gd name="connsiteX144" fmla="*/ 3272 w 3870490"/>
                <a:gd name="connsiteY144" fmla="*/ 461585 h 2400813"/>
                <a:gd name="connsiteX145" fmla="*/ 2560 w 3870490"/>
                <a:gd name="connsiteY145" fmla="*/ 438683 h 2400813"/>
                <a:gd name="connsiteX146" fmla="*/ 853 w 3870490"/>
                <a:gd name="connsiteY146" fmla="*/ 392880 h 2400813"/>
                <a:gd name="connsiteX147" fmla="*/ 0 w 3870490"/>
                <a:gd name="connsiteY147" fmla="*/ 369908 h 2400813"/>
                <a:gd name="connsiteX148" fmla="*/ 71 w 3870490"/>
                <a:gd name="connsiteY148" fmla="*/ 346437 h 2400813"/>
                <a:gd name="connsiteX149" fmla="*/ 71 w 3870490"/>
                <a:gd name="connsiteY149" fmla="*/ 322967 h 2400813"/>
                <a:gd name="connsiteX150" fmla="*/ 996 w 3870490"/>
                <a:gd name="connsiteY150" fmla="*/ 299425 h 2400813"/>
                <a:gd name="connsiteX151" fmla="*/ 23470 w 3870490"/>
                <a:gd name="connsiteY151" fmla="*/ 110452 h 2400813"/>
                <a:gd name="connsiteX152" fmla="*/ 47110 w 3870490"/>
                <a:gd name="connsiteY152" fmla="*/ 16784 h 2400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3870490" h="2400813">
                  <a:moveTo>
                    <a:pt x="52934" y="0"/>
                  </a:moveTo>
                  <a:lnTo>
                    <a:pt x="225844" y="0"/>
                  </a:lnTo>
                  <a:lnTo>
                    <a:pt x="185052" y="70375"/>
                  </a:lnTo>
                  <a:cubicBezTo>
                    <a:pt x="172882" y="94717"/>
                    <a:pt x="162195" y="119876"/>
                    <a:pt x="153127" y="145729"/>
                  </a:cubicBezTo>
                  <a:cubicBezTo>
                    <a:pt x="134920" y="197435"/>
                    <a:pt x="123255" y="251844"/>
                    <a:pt x="117779" y="307391"/>
                  </a:cubicBezTo>
                  <a:lnTo>
                    <a:pt x="115788" y="328230"/>
                  </a:lnTo>
                  <a:lnTo>
                    <a:pt x="114721" y="349211"/>
                  </a:lnTo>
                  <a:lnTo>
                    <a:pt x="113796" y="370263"/>
                  </a:lnTo>
                  <a:cubicBezTo>
                    <a:pt x="113654" y="377375"/>
                    <a:pt x="113796" y="384630"/>
                    <a:pt x="113867" y="391814"/>
                  </a:cubicBezTo>
                  <a:lnTo>
                    <a:pt x="114436" y="434985"/>
                  </a:lnTo>
                  <a:lnTo>
                    <a:pt x="114863" y="456606"/>
                  </a:lnTo>
                  <a:lnTo>
                    <a:pt x="115076" y="467417"/>
                  </a:lnTo>
                  <a:lnTo>
                    <a:pt x="115930" y="478156"/>
                  </a:lnTo>
                  <a:cubicBezTo>
                    <a:pt x="118135" y="506890"/>
                    <a:pt x="120482" y="535623"/>
                    <a:pt x="123469" y="564215"/>
                  </a:cubicBezTo>
                  <a:cubicBezTo>
                    <a:pt x="127523" y="592735"/>
                    <a:pt x="132004" y="621184"/>
                    <a:pt x="136555" y="649562"/>
                  </a:cubicBezTo>
                  <a:cubicBezTo>
                    <a:pt x="157537" y="762789"/>
                    <a:pt x="193525" y="872531"/>
                    <a:pt x="238332" y="977224"/>
                  </a:cubicBezTo>
                  <a:cubicBezTo>
                    <a:pt x="283281" y="1082058"/>
                    <a:pt x="337335" y="1181843"/>
                    <a:pt x="397220" y="1277361"/>
                  </a:cubicBezTo>
                  <a:cubicBezTo>
                    <a:pt x="404688" y="1289309"/>
                    <a:pt x="411942" y="1301400"/>
                    <a:pt x="419623" y="1313207"/>
                  </a:cubicBezTo>
                  <a:cubicBezTo>
                    <a:pt x="427660" y="1324800"/>
                    <a:pt x="435697" y="1336393"/>
                    <a:pt x="443449" y="1348057"/>
                  </a:cubicBezTo>
                  <a:lnTo>
                    <a:pt x="466991" y="1383049"/>
                  </a:lnTo>
                  <a:lnTo>
                    <a:pt x="491813" y="1417188"/>
                  </a:lnTo>
                  <a:cubicBezTo>
                    <a:pt x="500063" y="1428568"/>
                    <a:pt x="508100" y="1440161"/>
                    <a:pt x="516279" y="1451611"/>
                  </a:cubicBezTo>
                  <a:lnTo>
                    <a:pt x="542025" y="1485039"/>
                  </a:lnTo>
                  <a:lnTo>
                    <a:pt x="567629" y="1518609"/>
                  </a:lnTo>
                  <a:cubicBezTo>
                    <a:pt x="576306" y="1529704"/>
                    <a:pt x="585695" y="1540230"/>
                    <a:pt x="594656" y="1551112"/>
                  </a:cubicBezTo>
                  <a:lnTo>
                    <a:pt x="621896" y="1583401"/>
                  </a:lnTo>
                  <a:cubicBezTo>
                    <a:pt x="631000" y="1594141"/>
                    <a:pt x="641028" y="1604098"/>
                    <a:pt x="650558" y="1614482"/>
                  </a:cubicBezTo>
                  <a:lnTo>
                    <a:pt x="679719" y="1645136"/>
                  </a:lnTo>
                  <a:lnTo>
                    <a:pt x="687044" y="1652817"/>
                  </a:lnTo>
                  <a:lnTo>
                    <a:pt x="694726" y="1660072"/>
                  </a:lnTo>
                  <a:lnTo>
                    <a:pt x="710088" y="1674652"/>
                  </a:lnTo>
                  <a:lnTo>
                    <a:pt x="740742" y="1703812"/>
                  </a:lnTo>
                  <a:lnTo>
                    <a:pt x="748423" y="1711138"/>
                  </a:lnTo>
                  <a:lnTo>
                    <a:pt x="756389" y="1718037"/>
                  </a:lnTo>
                  <a:lnTo>
                    <a:pt x="772320" y="1731906"/>
                  </a:lnTo>
                  <a:cubicBezTo>
                    <a:pt x="793586" y="1750397"/>
                    <a:pt x="814496" y="1769387"/>
                    <a:pt x="836971" y="1786528"/>
                  </a:cubicBezTo>
                  <a:cubicBezTo>
                    <a:pt x="924736" y="1857437"/>
                    <a:pt x="1019329" y="1920452"/>
                    <a:pt x="1120323" y="1971162"/>
                  </a:cubicBezTo>
                  <a:cubicBezTo>
                    <a:pt x="1221175" y="2022014"/>
                    <a:pt x="1327575" y="2061488"/>
                    <a:pt x="1436677" y="2088301"/>
                  </a:cubicBezTo>
                  <a:lnTo>
                    <a:pt x="1477785" y="2097618"/>
                  </a:lnTo>
                  <a:cubicBezTo>
                    <a:pt x="1491512" y="2100534"/>
                    <a:pt x="1505025" y="2104161"/>
                    <a:pt x="1518965" y="2106153"/>
                  </a:cubicBezTo>
                  <a:lnTo>
                    <a:pt x="1560430" y="2112981"/>
                  </a:lnTo>
                  <a:lnTo>
                    <a:pt x="1581127" y="2116394"/>
                  </a:lnTo>
                  <a:cubicBezTo>
                    <a:pt x="1588025" y="2117532"/>
                    <a:pt x="1594924" y="2118741"/>
                    <a:pt x="1601894" y="2119381"/>
                  </a:cubicBezTo>
                  <a:cubicBezTo>
                    <a:pt x="1629774" y="2122369"/>
                    <a:pt x="1657441" y="2125854"/>
                    <a:pt x="1685179" y="2128414"/>
                  </a:cubicBezTo>
                  <a:lnTo>
                    <a:pt x="1768606" y="2133250"/>
                  </a:lnTo>
                  <a:lnTo>
                    <a:pt x="1851962" y="2134246"/>
                  </a:lnTo>
                  <a:cubicBezTo>
                    <a:pt x="1865830" y="2134459"/>
                    <a:pt x="1879699" y="2133321"/>
                    <a:pt x="1893568" y="2132966"/>
                  </a:cubicBezTo>
                  <a:lnTo>
                    <a:pt x="1935033" y="2131686"/>
                  </a:lnTo>
                  <a:cubicBezTo>
                    <a:pt x="1948759" y="2131543"/>
                    <a:pt x="1962913" y="2130263"/>
                    <a:pt x="1976924" y="2129339"/>
                  </a:cubicBezTo>
                  <a:lnTo>
                    <a:pt x="2018957" y="2126494"/>
                  </a:lnTo>
                  <a:lnTo>
                    <a:pt x="2039939" y="2125285"/>
                  </a:lnTo>
                  <a:lnTo>
                    <a:pt x="2060777" y="2123222"/>
                  </a:lnTo>
                  <a:cubicBezTo>
                    <a:pt x="2074646" y="2121800"/>
                    <a:pt x="2088515" y="2120448"/>
                    <a:pt x="2102384" y="2119239"/>
                  </a:cubicBezTo>
                  <a:cubicBezTo>
                    <a:pt x="2213122" y="2108144"/>
                    <a:pt x="2321513" y="2090790"/>
                    <a:pt x="2426774" y="2064902"/>
                  </a:cubicBezTo>
                  <a:cubicBezTo>
                    <a:pt x="2532036" y="2038942"/>
                    <a:pt x="2634595" y="2004945"/>
                    <a:pt x="2733597" y="1960209"/>
                  </a:cubicBezTo>
                  <a:cubicBezTo>
                    <a:pt x="2758063" y="1948474"/>
                    <a:pt x="2782458" y="1936383"/>
                    <a:pt x="2806925" y="1924292"/>
                  </a:cubicBezTo>
                  <a:cubicBezTo>
                    <a:pt x="2830680" y="1910850"/>
                    <a:pt x="2854861" y="1898048"/>
                    <a:pt x="2878474" y="1884037"/>
                  </a:cubicBezTo>
                  <a:lnTo>
                    <a:pt x="2913324" y="1861989"/>
                  </a:lnTo>
                  <a:lnTo>
                    <a:pt x="2930749" y="1850894"/>
                  </a:lnTo>
                  <a:lnTo>
                    <a:pt x="2939497" y="1845346"/>
                  </a:lnTo>
                  <a:lnTo>
                    <a:pt x="2947961" y="1839301"/>
                  </a:lnTo>
                  <a:lnTo>
                    <a:pt x="2981815" y="1815261"/>
                  </a:lnTo>
                  <a:cubicBezTo>
                    <a:pt x="2993124" y="1807224"/>
                    <a:pt x="3004645" y="1799472"/>
                    <a:pt x="3015314" y="1790439"/>
                  </a:cubicBezTo>
                  <a:lnTo>
                    <a:pt x="3047959" y="1764266"/>
                  </a:lnTo>
                  <a:cubicBezTo>
                    <a:pt x="3058841" y="1755518"/>
                    <a:pt x="3069794" y="1746841"/>
                    <a:pt x="3080035" y="1737311"/>
                  </a:cubicBezTo>
                  <a:lnTo>
                    <a:pt x="3111329" y="1709217"/>
                  </a:lnTo>
                  <a:cubicBezTo>
                    <a:pt x="3121642" y="1699758"/>
                    <a:pt x="3132311" y="1690512"/>
                    <a:pt x="3141912" y="1680484"/>
                  </a:cubicBezTo>
                  <a:cubicBezTo>
                    <a:pt x="3181670" y="1641295"/>
                    <a:pt x="3219791" y="1601111"/>
                    <a:pt x="3251512" y="1558722"/>
                  </a:cubicBezTo>
                  <a:cubicBezTo>
                    <a:pt x="3284869" y="1516831"/>
                    <a:pt x="3310330" y="1472664"/>
                    <a:pt x="3332236" y="1425936"/>
                  </a:cubicBezTo>
                  <a:lnTo>
                    <a:pt x="3347599" y="1390304"/>
                  </a:lnTo>
                  <a:lnTo>
                    <a:pt x="3360756" y="1352751"/>
                  </a:lnTo>
                  <a:cubicBezTo>
                    <a:pt x="3365450" y="1340589"/>
                    <a:pt x="3368793" y="1326791"/>
                    <a:pt x="3372776" y="1313847"/>
                  </a:cubicBezTo>
                  <a:cubicBezTo>
                    <a:pt x="3376617" y="1300618"/>
                    <a:pt x="3380671" y="1287816"/>
                    <a:pt x="3384085" y="1273805"/>
                  </a:cubicBezTo>
                  <a:cubicBezTo>
                    <a:pt x="3412107" y="1164418"/>
                    <a:pt x="3435719" y="1044648"/>
                    <a:pt x="3467298" y="927295"/>
                  </a:cubicBezTo>
                  <a:cubicBezTo>
                    <a:pt x="3498165" y="809516"/>
                    <a:pt x="3535362" y="693373"/>
                    <a:pt x="3576684" y="579150"/>
                  </a:cubicBezTo>
                  <a:cubicBezTo>
                    <a:pt x="3612957" y="480503"/>
                    <a:pt x="3632018" y="377020"/>
                    <a:pt x="3633583" y="271972"/>
                  </a:cubicBezTo>
                  <a:cubicBezTo>
                    <a:pt x="3634436" y="219448"/>
                    <a:pt x="3630667" y="166568"/>
                    <a:pt x="3622799" y="113831"/>
                  </a:cubicBezTo>
                  <a:lnTo>
                    <a:pt x="3597198" y="0"/>
                  </a:lnTo>
                  <a:lnTo>
                    <a:pt x="3832669" y="0"/>
                  </a:lnTo>
                  <a:lnTo>
                    <a:pt x="3852116" y="76154"/>
                  </a:lnTo>
                  <a:cubicBezTo>
                    <a:pt x="3863469" y="140520"/>
                    <a:pt x="3869852" y="206184"/>
                    <a:pt x="3870421" y="272399"/>
                  </a:cubicBezTo>
                  <a:cubicBezTo>
                    <a:pt x="3871203" y="338543"/>
                    <a:pt x="3865371" y="405042"/>
                    <a:pt x="3854063" y="470475"/>
                  </a:cubicBezTo>
                  <a:cubicBezTo>
                    <a:pt x="3842612" y="535908"/>
                    <a:pt x="3824974" y="600274"/>
                    <a:pt x="3802357" y="662435"/>
                  </a:cubicBezTo>
                  <a:cubicBezTo>
                    <a:pt x="3762883" y="771395"/>
                    <a:pt x="3724620" y="880355"/>
                    <a:pt x="3690765" y="990950"/>
                  </a:cubicBezTo>
                  <a:lnTo>
                    <a:pt x="3665872" y="1074306"/>
                  </a:lnTo>
                  <a:lnTo>
                    <a:pt x="3641904" y="1158729"/>
                  </a:lnTo>
                  <a:lnTo>
                    <a:pt x="3618078" y="1244787"/>
                  </a:lnTo>
                  <a:lnTo>
                    <a:pt x="3605845" y="1288456"/>
                  </a:lnTo>
                  <a:lnTo>
                    <a:pt x="3592687" y="1333050"/>
                  </a:lnTo>
                  <a:cubicBezTo>
                    <a:pt x="3588633" y="1347772"/>
                    <a:pt x="3583370" y="1363135"/>
                    <a:pt x="3578463" y="1378213"/>
                  </a:cubicBezTo>
                  <a:cubicBezTo>
                    <a:pt x="3573271" y="1393433"/>
                    <a:pt x="3569074" y="1408440"/>
                    <a:pt x="3562745" y="1423874"/>
                  </a:cubicBezTo>
                  <a:lnTo>
                    <a:pt x="3545106" y="1469819"/>
                  </a:lnTo>
                  <a:cubicBezTo>
                    <a:pt x="3538492" y="1485110"/>
                    <a:pt x="3531379" y="1500330"/>
                    <a:pt x="3524481" y="1515551"/>
                  </a:cubicBezTo>
                  <a:cubicBezTo>
                    <a:pt x="3495463" y="1575791"/>
                    <a:pt x="3460683" y="1634752"/>
                    <a:pt x="3420713" y="1686316"/>
                  </a:cubicBezTo>
                  <a:cubicBezTo>
                    <a:pt x="3381809" y="1739373"/>
                    <a:pt x="3338993" y="1786385"/>
                    <a:pt x="3296319" y="1832473"/>
                  </a:cubicBezTo>
                  <a:cubicBezTo>
                    <a:pt x="3285864" y="1844350"/>
                    <a:pt x="3274627" y="1855161"/>
                    <a:pt x="3263603" y="1866256"/>
                  </a:cubicBezTo>
                  <a:lnTo>
                    <a:pt x="3230602" y="1899684"/>
                  </a:lnTo>
                  <a:cubicBezTo>
                    <a:pt x="3219862" y="1911063"/>
                    <a:pt x="3208056" y="1921518"/>
                    <a:pt x="3196605" y="1932329"/>
                  </a:cubicBezTo>
                  <a:lnTo>
                    <a:pt x="3162111" y="1964690"/>
                  </a:lnTo>
                  <a:cubicBezTo>
                    <a:pt x="3150802" y="1975643"/>
                    <a:pt x="3138569" y="1985742"/>
                    <a:pt x="3126621" y="1996126"/>
                  </a:cubicBezTo>
                  <a:lnTo>
                    <a:pt x="3090633" y="2027207"/>
                  </a:lnTo>
                  <a:lnTo>
                    <a:pt x="3081600" y="2034959"/>
                  </a:lnTo>
                  <a:lnTo>
                    <a:pt x="3072212" y="2042356"/>
                  </a:lnTo>
                  <a:lnTo>
                    <a:pt x="3053364" y="2057078"/>
                  </a:lnTo>
                  <a:lnTo>
                    <a:pt x="3015670" y="2086594"/>
                  </a:lnTo>
                  <a:cubicBezTo>
                    <a:pt x="2990065" y="2105726"/>
                    <a:pt x="2963537" y="2123720"/>
                    <a:pt x="2937363" y="2142354"/>
                  </a:cubicBezTo>
                  <a:cubicBezTo>
                    <a:pt x="2910337" y="2159637"/>
                    <a:pt x="2882955" y="2176706"/>
                    <a:pt x="2855430" y="2193491"/>
                  </a:cubicBezTo>
                  <a:cubicBezTo>
                    <a:pt x="2744052" y="2258639"/>
                    <a:pt x="2623215" y="2309279"/>
                    <a:pt x="2498751" y="2342849"/>
                  </a:cubicBezTo>
                  <a:cubicBezTo>
                    <a:pt x="2374286" y="2376561"/>
                    <a:pt x="2246905" y="2394199"/>
                    <a:pt x="2120876" y="2399035"/>
                  </a:cubicBezTo>
                  <a:lnTo>
                    <a:pt x="2073651" y="2400316"/>
                  </a:lnTo>
                  <a:lnTo>
                    <a:pt x="2050038" y="2400813"/>
                  </a:lnTo>
                  <a:lnTo>
                    <a:pt x="2026567" y="2400458"/>
                  </a:lnTo>
                  <a:lnTo>
                    <a:pt x="1979626" y="2399320"/>
                  </a:lnTo>
                  <a:cubicBezTo>
                    <a:pt x="1963980" y="2398893"/>
                    <a:pt x="1948475" y="2398751"/>
                    <a:pt x="1932472" y="2397257"/>
                  </a:cubicBezTo>
                  <a:cubicBezTo>
                    <a:pt x="1900752" y="2394839"/>
                    <a:pt x="1869173" y="2392919"/>
                    <a:pt x="1837666" y="2389434"/>
                  </a:cubicBezTo>
                  <a:lnTo>
                    <a:pt x="1743500" y="2376845"/>
                  </a:lnTo>
                  <a:lnTo>
                    <a:pt x="1650329" y="2359420"/>
                  </a:lnTo>
                  <a:cubicBezTo>
                    <a:pt x="1619533" y="2352450"/>
                    <a:pt x="1588879" y="2344982"/>
                    <a:pt x="1558296" y="2337870"/>
                  </a:cubicBezTo>
                  <a:cubicBezTo>
                    <a:pt x="1527785" y="2330118"/>
                    <a:pt x="1497771" y="2320659"/>
                    <a:pt x="1467544" y="2312266"/>
                  </a:cubicBezTo>
                  <a:cubicBezTo>
                    <a:pt x="1452395" y="2308354"/>
                    <a:pt x="1437601" y="2302807"/>
                    <a:pt x="1422737" y="2297970"/>
                  </a:cubicBezTo>
                  <a:lnTo>
                    <a:pt x="1378143" y="2283177"/>
                  </a:lnTo>
                  <a:cubicBezTo>
                    <a:pt x="1259866" y="2242068"/>
                    <a:pt x="1145430" y="2191926"/>
                    <a:pt x="1035687" y="2133250"/>
                  </a:cubicBezTo>
                  <a:cubicBezTo>
                    <a:pt x="926087" y="2074503"/>
                    <a:pt x="820470" y="2008146"/>
                    <a:pt x="721894" y="1932187"/>
                  </a:cubicBezTo>
                  <a:cubicBezTo>
                    <a:pt x="696717" y="1913837"/>
                    <a:pt x="673247" y="1893354"/>
                    <a:pt x="649421" y="1873368"/>
                  </a:cubicBezTo>
                  <a:cubicBezTo>
                    <a:pt x="625168" y="1853810"/>
                    <a:pt x="602764" y="1832188"/>
                    <a:pt x="579934" y="1810994"/>
                  </a:cubicBezTo>
                  <a:lnTo>
                    <a:pt x="562864" y="1795062"/>
                  </a:lnTo>
                  <a:lnTo>
                    <a:pt x="554330" y="1787097"/>
                  </a:lnTo>
                  <a:lnTo>
                    <a:pt x="546150" y="1778775"/>
                  </a:lnTo>
                  <a:lnTo>
                    <a:pt x="513434" y="1745419"/>
                  </a:lnTo>
                  <a:cubicBezTo>
                    <a:pt x="502623" y="1734181"/>
                    <a:pt x="491244" y="1723584"/>
                    <a:pt x="480860" y="1711920"/>
                  </a:cubicBezTo>
                  <a:lnTo>
                    <a:pt x="449424" y="1677355"/>
                  </a:lnTo>
                  <a:cubicBezTo>
                    <a:pt x="439040" y="1665762"/>
                    <a:pt x="428229" y="1654453"/>
                    <a:pt x="418130" y="1642576"/>
                  </a:cubicBezTo>
                  <a:lnTo>
                    <a:pt x="388401" y="1606445"/>
                  </a:lnTo>
                  <a:cubicBezTo>
                    <a:pt x="378586" y="1594354"/>
                    <a:pt x="368486" y="1582406"/>
                    <a:pt x="358956" y="1570102"/>
                  </a:cubicBezTo>
                  <a:lnTo>
                    <a:pt x="331431" y="1532264"/>
                  </a:lnTo>
                  <a:lnTo>
                    <a:pt x="304262" y="1494143"/>
                  </a:lnTo>
                  <a:lnTo>
                    <a:pt x="279370" y="1454456"/>
                  </a:lnTo>
                  <a:cubicBezTo>
                    <a:pt x="271048" y="1441299"/>
                    <a:pt x="262940" y="1427928"/>
                    <a:pt x="254832" y="1414628"/>
                  </a:cubicBezTo>
                  <a:cubicBezTo>
                    <a:pt x="247080" y="1401114"/>
                    <a:pt x="239754" y="1387316"/>
                    <a:pt x="232215" y="1373661"/>
                  </a:cubicBezTo>
                  <a:cubicBezTo>
                    <a:pt x="172259" y="1264274"/>
                    <a:pt x="125958" y="1147918"/>
                    <a:pt x="91748" y="1029001"/>
                  </a:cubicBezTo>
                  <a:cubicBezTo>
                    <a:pt x="57325" y="910013"/>
                    <a:pt x="35348" y="788606"/>
                    <a:pt x="20341" y="667129"/>
                  </a:cubicBezTo>
                  <a:cubicBezTo>
                    <a:pt x="17354" y="636617"/>
                    <a:pt x="14296" y="606248"/>
                    <a:pt x="10811" y="575879"/>
                  </a:cubicBezTo>
                  <a:cubicBezTo>
                    <a:pt x="8748" y="545367"/>
                    <a:pt x="6899" y="514927"/>
                    <a:pt x="4481" y="484486"/>
                  </a:cubicBezTo>
                  <a:lnTo>
                    <a:pt x="3627" y="473035"/>
                  </a:lnTo>
                  <a:lnTo>
                    <a:pt x="3272" y="461585"/>
                  </a:lnTo>
                  <a:lnTo>
                    <a:pt x="2560" y="438683"/>
                  </a:lnTo>
                  <a:lnTo>
                    <a:pt x="853" y="392880"/>
                  </a:lnTo>
                  <a:cubicBezTo>
                    <a:pt x="640" y="385199"/>
                    <a:pt x="71" y="377660"/>
                    <a:pt x="0" y="369908"/>
                  </a:cubicBezTo>
                  <a:lnTo>
                    <a:pt x="71" y="346437"/>
                  </a:lnTo>
                  <a:lnTo>
                    <a:pt x="71" y="322967"/>
                  </a:lnTo>
                  <a:cubicBezTo>
                    <a:pt x="284" y="315143"/>
                    <a:pt x="711" y="307249"/>
                    <a:pt x="996" y="299425"/>
                  </a:cubicBezTo>
                  <a:cubicBezTo>
                    <a:pt x="3343" y="236624"/>
                    <a:pt x="10526" y="173325"/>
                    <a:pt x="23470" y="110452"/>
                  </a:cubicBezTo>
                  <a:cubicBezTo>
                    <a:pt x="29907" y="79052"/>
                    <a:pt x="37820" y="47776"/>
                    <a:pt x="47110" y="1678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6CCB46E-D377-4168-9A68-275BCDD25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48279" y="-24157"/>
              <a:ext cx="3952629" cy="2362693"/>
            </a:xfrm>
            <a:custGeom>
              <a:avLst/>
              <a:gdLst>
                <a:gd name="connsiteX0" fmla="*/ 60739 w 3952629"/>
                <a:gd name="connsiteY0" fmla="*/ 0 h 2362693"/>
                <a:gd name="connsiteX1" fmla="*/ 543464 w 3952629"/>
                <a:gd name="connsiteY1" fmla="*/ 0 h 2362693"/>
                <a:gd name="connsiteX2" fmla="*/ 522680 w 3952629"/>
                <a:gd name="connsiteY2" fmla="*/ 26813 h 2362693"/>
                <a:gd name="connsiteX3" fmla="*/ 426807 w 3952629"/>
                <a:gd name="connsiteY3" fmla="*/ 338543 h 2362693"/>
                <a:gd name="connsiteX4" fmla="*/ 554330 w 3952629"/>
                <a:gd name="connsiteY4" fmla="*/ 965276 h 2362693"/>
                <a:gd name="connsiteX5" fmla="*/ 902404 w 3952629"/>
                <a:gd name="connsiteY5" fmla="*/ 1475794 h 2362693"/>
                <a:gd name="connsiteX6" fmla="*/ 2024292 w 3952629"/>
                <a:gd name="connsiteY6" fmla="*/ 1936028 h 2362693"/>
                <a:gd name="connsiteX7" fmla="*/ 3069154 w 3952629"/>
                <a:gd name="connsiteY7" fmla="*/ 1529207 h 2362693"/>
                <a:gd name="connsiteX8" fmla="*/ 3217658 w 3952629"/>
                <a:gd name="connsiteY8" fmla="*/ 1337674 h 2362693"/>
                <a:gd name="connsiteX9" fmla="*/ 3293830 w 3952629"/>
                <a:gd name="connsiteY9" fmla="*/ 1087464 h 2362693"/>
                <a:gd name="connsiteX10" fmla="*/ 3485150 w 3952629"/>
                <a:gd name="connsiteY10" fmla="*/ 456678 h 2362693"/>
                <a:gd name="connsiteX11" fmla="*/ 3513414 w 3952629"/>
                <a:gd name="connsiteY11" fmla="*/ 96310 h 2362693"/>
                <a:gd name="connsiteX12" fmla="*/ 3487933 w 3952629"/>
                <a:gd name="connsiteY12" fmla="*/ 0 h 2362693"/>
                <a:gd name="connsiteX13" fmla="*/ 3928375 w 3952629"/>
                <a:gd name="connsiteY13" fmla="*/ 0 h 2362693"/>
                <a:gd name="connsiteX14" fmla="*/ 3932162 w 3952629"/>
                <a:gd name="connsiteY14" fmla="*/ 14296 h 2362693"/>
                <a:gd name="connsiteX15" fmla="*/ 3885499 w 3952629"/>
                <a:gd name="connsiteY15" fmla="*/ 604400 h 2362693"/>
                <a:gd name="connsiteX16" fmla="*/ 3370856 w 3952629"/>
                <a:gd name="connsiteY16" fmla="*/ 1830909 h 2362693"/>
                <a:gd name="connsiteX17" fmla="*/ 2024220 w 3952629"/>
                <a:gd name="connsiteY17" fmla="*/ 2362693 h 2362693"/>
                <a:gd name="connsiteX18" fmla="*/ 602622 w 3952629"/>
                <a:gd name="connsiteY18" fmla="*/ 1779487 h 2362693"/>
                <a:gd name="connsiteX19" fmla="*/ 0 w 3952629"/>
                <a:gd name="connsiteY19" fmla="*/ 338472 h 2362693"/>
                <a:gd name="connsiteX20" fmla="*/ 18147 w 3952629"/>
                <a:gd name="connsiteY20" fmla="*/ 142893 h 23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52629" h="2362693">
                  <a:moveTo>
                    <a:pt x="60739" y="0"/>
                  </a:moveTo>
                  <a:lnTo>
                    <a:pt x="543464" y="0"/>
                  </a:lnTo>
                  <a:lnTo>
                    <a:pt x="522680" y="26813"/>
                  </a:lnTo>
                  <a:cubicBezTo>
                    <a:pt x="455469" y="125105"/>
                    <a:pt x="426807" y="218346"/>
                    <a:pt x="426807" y="338543"/>
                  </a:cubicBezTo>
                  <a:cubicBezTo>
                    <a:pt x="426807" y="556321"/>
                    <a:pt x="469694" y="767128"/>
                    <a:pt x="554330" y="965276"/>
                  </a:cubicBezTo>
                  <a:cubicBezTo>
                    <a:pt x="636121" y="1156880"/>
                    <a:pt x="753259" y="1328641"/>
                    <a:pt x="902404" y="1475794"/>
                  </a:cubicBezTo>
                  <a:cubicBezTo>
                    <a:pt x="1203181" y="1772588"/>
                    <a:pt x="1601610" y="1936028"/>
                    <a:pt x="2024292" y="1936028"/>
                  </a:cubicBezTo>
                  <a:cubicBezTo>
                    <a:pt x="2471511" y="1936028"/>
                    <a:pt x="2784023" y="1814337"/>
                    <a:pt x="3069154" y="1529207"/>
                  </a:cubicBezTo>
                  <a:cubicBezTo>
                    <a:pt x="3165525" y="1432836"/>
                    <a:pt x="3198312" y="1378285"/>
                    <a:pt x="3217658" y="1337674"/>
                  </a:cubicBezTo>
                  <a:cubicBezTo>
                    <a:pt x="3245893" y="1278429"/>
                    <a:pt x="3266021" y="1198345"/>
                    <a:pt x="3293830" y="1087464"/>
                  </a:cubicBezTo>
                  <a:cubicBezTo>
                    <a:pt x="3331098" y="939103"/>
                    <a:pt x="3382164" y="735834"/>
                    <a:pt x="3485150" y="456678"/>
                  </a:cubicBezTo>
                  <a:cubicBezTo>
                    <a:pt x="3527397" y="342206"/>
                    <a:pt x="3536838" y="223374"/>
                    <a:pt x="3513414" y="96310"/>
                  </a:cubicBezTo>
                  <a:lnTo>
                    <a:pt x="3487933" y="0"/>
                  </a:lnTo>
                  <a:lnTo>
                    <a:pt x="3928375" y="0"/>
                  </a:lnTo>
                  <a:lnTo>
                    <a:pt x="3932162" y="14296"/>
                  </a:lnTo>
                  <a:cubicBezTo>
                    <a:pt x="3967716" y="203579"/>
                    <a:pt x="3959858" y="402954"/>
                    <a:pt x="3885499" y="604400"/>
                  </a:cubicBezTo>
                  <a:cubicBezTo>
                    <a:pt x="3619571" y="1324872"/>
                    <a:pt x="3737137" y="1464628"/>
                    <a:pt x="3370856" y="1830909"/>
                  </a:cubicBezTo>
                  <a:cubicBezTo>
                    <a:pt x="3004503" y="2197190"/>
                    <a:pt x="2583173" y="2362693"/>
                    <a:pt x="2024220" y="2362693"/>
                  </a:cubicBezTo>
                  <a:cubicBezTo>
                    <a:pt x="1470175" y="2362693"/>
                    <a:pt x="968121" y="2140150"/>
                    <a:pt x="602622" y="1779487"/>
                  </a:cubicBezTo>
                  <a:cubicBezTo>
                    <a:pt x="230580" y="1412424"/>
                    <a:pt x="0" y="902403"/>
                    <a:pt x="0" y="338472"/>
                  </a:cubicBezTo>
                  <a:cubicBezTo>
                    <a:pt x="0" y="268603"/>
                    <a:pt x="6339" y="203698"/>
                    <a:pt x="18147" y="1428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4C162F3-BDBB-4E50-8067-E8FE902C1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48279" y="-24157"/>
              <a:ext cx="3952599" cy="2355436"/>
            </a:xfrm>
            <a:custGeom>
              <a:avLst/>
              <a:gdLst>
                <a:gd name="connsiteX0" fmla="*/ 58576 w 3952599"/>
                <a:gd name="connsiteY0" fmla="*/ 0 h 2355436"/>
                <a:gd name="connsiteX1" fmla="*/ 451628 w 3952599"/>
                <a:gd name="connsiteY1" fmla="*/ 0 h 2355436"/>
                <a:gd name="connsiteX2" fmla="*/ 415353 w 3952599"/>
                <a:gd name="connsiteY2" fmla="*/ 61589 h 2355436"/>
                <a:gd name="connsiteX3" fmla="*/ 355613 w 3952599"/>
                <a:gd name="connsiteY3" fmla="*/ 331073 h 2355436"/>
                <a:gd name="connsiteX4" fmla="*/ 488826 w 3952599"/>
                <a:gd name="connsiteY4" fmla="*/ 985757 h 2355436"/>
                <a:gd name="connsiteX5" fmla="*/ 852333 w 3952599"/>
                <a:gd name="connsiteY5" fmla="*/ 1518963 h 2355436"/>
                <a:gd name="connsiteX6" fmla="*/ 2024220 w 3952599"/>
                <a:gd name="connsiteY6" fmla="*/ 1999680 h 2355436"/>
                <a:gd name="connsiteX7" fmla="*/ 2639289 w 3952599"/>
                <a:gd name="connsiteY7" fmla="*/ 1895984 h 2355436"/>
                <a:gd name="connsiteX8" fmla="*/ 3119366 w 3952599"/>
                <a:gd name="connsiteY8" fmla="*/ 1572091 h 2355436"/>
                <a:gd name="connsiteX9" fmla="*/ 3281810 w 3952599"/>
                <a:gd name="connsiteY9" fmla="*/ 1360928 h 2355436"/>
                <a:gd name="connsiteX10" fmla="*/ 3362819 w 3952599"/>
                <a:gd name="connsiteY10" fmla="*/ 1097419 h 2355436"/>
                <a:gd name="connsiteX11" fmla="*/ 3551863 w 3952599"/>
                <a:gd name="connsiteY11" fmla="*/ 473958 h 2355436"/>
                <a:gd name="connsiteX12" fmla="*/ 3583808 w 3952599"/>
                <a:gd name="connsiteY12" fmla="*/ 77974 h 2355436"/>
                <a:gd name="connsiteX13" fmla="*/ 3563247 w 3952599"/>
                <a:gd name="connsiteY13" fmla="*/ 0 h 2355436"/>
                <a:gd name="connsiteX14" fmla="*/ 3930266 w 3952599"/>
                <a:gd name="connsiteY14" fmla="*/ 0 h 2355436"/>
                <a:gd name="connsiteX15" fmla="*/ 3932131 w 3952599"/>
                <a:gd name="connsiteY15" fmla="*/ 7039 h 2355436"/>
                <a:gd name="connsiteX16" fmla="*/ 3885499 w 3952599"/>
                <a:gd name="connsiteY16" fmla="*/ 597143 h 2355436"/>
                <a:gd name="connsiteX17" fmla="*/ 3370856 w 3952599"/>
                <a:gd name="connsiteY17" fmla="*/ 1823652 h 2355436"/>
                <a:gd name="connsiteX18" fmla="*/ 2024220 w 3952599"/>
                <a:gd name="connsiteY18" fmla="*/ 2355436 h 2355436"/>
                <a:gd name="connsiteX19" fmla="*/ 602622 w 3952599"/>
                <a:gd name="connsiteY19" fmla="*/ 1772230 h 2355436"/>
                <a:gd name="connsiteX20" fmla="*/ 0 w 3952599"/>
                <a:gd name="connsiteY20" fmla="*/ 331215 h 2355436"/>
                <a:gd name="connsiteX21" fmla="*/ 18147 w 3952599"/>
                <a:gd name="connsiteY21" fmla="*/ 135636 h 235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52599" h="2355436">
                  <a:moveTo>
                    <a:pt x="58576" y="0"/>
                  </a:moveTo>
                  <a:lnTo>
                    <a:pt x="451628" y="0"/>
                  </a:lnTo>
                  <a:lnTo>
                    <a:pt x="415353" y="61589"/>
                  </a:lnTo>
                  <a:cubicBezTo>
                    <a:pt x="374377" y="144576"/>
                    <a:pt x="355613" y="230683"/>
                    <a:pt x="355613" y="331073"/>
                  </a:cubicBezTo>
                  <a:cubicBezTo>
                    <a:pt x="355613" y="558523"/>
                    <a:pt x="400420" y="778790"/>
                    <a:pt x="488826" y="985757"/>
                  </a:cubicBezTo>
                  <a:cubicBezTo>
                    <a:pt x="574244" y="1185896"/>
                    <a:pt x="696575" y="1365267"/>
                    <a:pt x="852333" y="1518963"/>
                  </a:cubicBezTo>
                  <a:cubicBezTo>
                    <a:pt x="1166553" y="1828915"/>
                    <a:pt x="1582762" y="1999680"/>
                    <a:pt x="2024220" y="1999680"/>
                  </a:cubicBezTo>
                  <a:cubicBezTo>
                    <a:pt x="2261130" y="1999680"/>
                    <a:pt x="2462336" y="1965755"/>
                    <a:pt x="2639289" y="1895984"/>
                  </a:cubicBezTo>
                  <a:cubicBezTo>
                    <a:pt x="2812828" y="1827564"/>
                    <a:pt x="2969867" y="1721591"/>
                    <a:pt x="3119366" y="1572091"/>
                  </a:cubicBezTo>
                  <a:cubicBezTo>
                    <a:pt x="3223348" y="1468181"/>
                    <a:pt x="3259833" y="1407016"/>
                    <a:pt x="3281810" y="1360928"/>
                  </a:cubicBezTo>
                  <a:cubicBezTo>
                    <a:pt x="3313104" y="1295282"/>
                    <a:pt x="3333943" y="1212282"/>
                    <a:pt x="3362819" y="1097419"/>
                  </a:cubicBezTo>
                  <a:cubicBezTo>
                    <a:pt x="3399660" y="950622"/>
                    <a:pt x="3450157" y="749487"/>
                    <a:pt x="3551863" y="473958"/>
                  </a:cubicBezTo>
                  <a:cubicBezTo>
                    <a:pt x="3598537" y="347485"/>
                    <a:pt x="3609205" y="216930"/>
                    <a:pt x="3583808" y="77974"/>
                  </a:cubicBezTo>
                  <a:lnTo>
                    <a:pt x="3563247" y="0"/>
                  </a:lnTo>
                  <a:lnTo>
                    <a:pt x="3930266" y="0"/>
                  </a:lnTo>
                  <a:lnTo>
                    <a:pt x="3932131" y="7039"/>
                  </a:lnTo>
                  <a:cubicBezTo>
                    <a:pt x="3967683" y="196322"/>
                    <a:pt x="3959831" y="395697"/>
                    <a:pt x="3885499" y="597143"/>
                  </a:cubicBezTo>
                  <a:cubicBezTo>
                    <a:pt x="3619571" y="1317615"/>
                    <a:pt x="3737137" y="1457371"/>
                    <a:pt x="3370856" y="1823652"/>
                  </a:cubicBezTo>
                  <a:cubicBezTo>
                    <a:pt x="3004503" y="2189933"/>
                    <a:pt x="2583173" y="2355436"/>
                    <a:pt x="2024220" y="2355436"/>
                  </a:cubicBezTo>
                  <a:cubicBezTo>
                    <a:pt x="1470175" y="2355436"/>
                    <a:pt x="968121" y="2132893"/>
                    <a:pt x="602622" y="1772230"/>
                  </a:cubicBezTo>
                  <a:cubicBezTo>
                    <a:pt x="230580" y="1405167"/>
                    <a:pt x="0" y="895146"/>
                    <a:pt x="0" y="331215"/>
                  </a:cubicBezTo>
                  <a:cubicBezTo>
                    <a:pt x="0" y="261346"/>
                    <a:pt x="6339" y="196441"/>
                    <a:pt x="18147" y="13563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34" name="Freeform: Shape 33">
              <a:extLst>
                <a:ext uri="{FF2B5EF4-FFF2-40B4-BE49-F238E27FC236}">
                  <a16:creationId xmlns:a16="http://schemas.microsoft.com/office/drawing/2014/main" id="{CAFC7818-B47B-4EFA-9E41-0AE3BC65D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23319" y="-24157"/>
              <a:ext cx="4353551" cy="2522814"/>
            </a:xfrm>
            <a:custGeom>
              <a:avLst/>
              <a:gdLst>
                <a:gd name="connsiteX0" fmla="*/ 36983 w 4353551"/>
                <a:gd name="connsiteY0" fmla="*/ 0 h 2522814"/>
                <a:gd name="connsiteX1" fmla="*/ 370548 w 4353551"/>
                <a:gd name="connsiteY1" fmla="*/ 0 h 2522814"/>
                <a:gd name="connsiteX2" fmla="*/ 369138 w 4353551"/>
                <a:gd name="connsiteY2" fmla="*/ 2842 h 2522814"/>
                <a:gd name="connsiteX3" fmla="*/ 338508 w 4353551"/>
                <a:gd name="connsiteY3" fmla="*/ 84383 h 2522814"/>
                <a:gd name="connsiteX4" fmla="*/ 302709 w 4353551"/>
                <a:gd name="connsiteY4" fmla="*/ 256626 h 2522814"/>
                <a:gd name="connsiteX5" fmla="*/ 300389 w 4353551"/>
                <a:gd name="connsiteY5" fmla="*/ 278781 h 2522814"/>
                <a:gd name="connsiteX6" fmla="*/ 299052 w 4353551"/>
                <a:gd name="connsiteY6" fmla="*/ 301076 h 2522814"/>
                <a:gd name="connsiteX7" fmla="*/ 297645 w 4353551"/>
                <a:gd name="connsiteY7" fmla="*/ 323441 h 2522814"/>
                <a:gd name="connsiteX8" fmla="*/ 297293 w 4353551"/>
                <a:gd name="connsiteY8" fmla="*/ 346299 h 2522814"/>
                <a:gd name="connsiteX9" fmla="*/ 296731 w 4353551"/>
                <a:gd name="connsiteY9" fmla="*/ 392156 h 2522814"/>
                <a:gd name="connsiteX10" fmla="*/ 296450 w 4353551"/>
                <a:gd name="connsiteY10" fmla="*/ 415084 h 2522814"/>
                <a:gd name="connsiteX11" fmla="*/ 296309 w 4353551"/>
                <a:gd name="connsiteY11" fmla="*/ 426548 h 2522814"/>
                <a:gd name="connsiteX12" fmla="*/ 296731 w 4353551"/>
                <a:gd name="connsiteY12" fmla="*/ 438012 h 2522814"/>
                <a:gd name="connsiteX13" fmla="*/ 300529 w 4353551"/>
                <a:gd name="connsiteY13" fmla="*/ 529866 h 2522814"/>
                <a:gd name="connsiteX14" fmla="*/ 309250 w 4353551"/>
                <a:gd name="connsiteY14" fmla="*/ 621438 h 2522814"/>
                <a:gd name="connsiteX15" fmla="*/ 322684 w 4353551"/>
                <a:gd name="connsiteY15" fmla="*/ 712589 h 2522814"/>
                <a:gd name="connsiteX16" fmla="*/ 324442 w 4353551"/>
                <a:gd name="connsiteY16" fmla="*/ 723983 h 2522814"/>
                <a:gd name="connsiteX17" fmla="*/ 326763 w 4353551"/>
                <a:gd name="connsiteY17" fmla="*/ 735235 h 2522814"/>
                <a:gd name="connsiteX18" fmla="*/ 331405 w 4353551"/>
                <a:gd name="connsiteY18" fmla="*/ 757813 h 2522814"/>
                <a:gd name="connsiteX19" fmla="*/ 340689 w 4353551"/>
                <a:gd name="connsiteY19" fmla="*/ 803035 h 2522814"/>
                <a:gd name="connsiteX20" fmla="*/ 390414 w 4353551"/>
                <a:gd name="connsiteY20" fmla="*/ 980905 h 2522814"/>
                <a:gd name="connsiteX21" fmla="*/ 397517 w 4353551"/>
                <a:gd name="connsiteY21" fmla="*/ 1002919 h 2522814"/>
                <a:gd name="connsiteX22" fmla="*/ 405535 w 4353551"/>
                <a:gd name="connsiteY22" fmla="*/ 1024582 h 2522814"/>
                <a:gd name="connsiteX23" fmla="*/ 421922 w 4353551"/>
                <a:gd name="connsiteY23" fmla="*/ 1067836 h 2522814"/>
                <a:gd name="connsiteX24" fmla="*/ 458002 w 4353551"/>
                <a:gd name="connsiteY24" fmla="*/ 1153078 h 2522814"/>
                <a:gd name="connsiteX25" fmla="*/ 467427 w 4353551"/>
                <a:gd name="connsiteY25" fmla="*/ 1174247 h 2522814"/>
                <a:gd name="connsiteX26" fmla="*/ 477273 w 4353551"/>
                <a:gd name="connsiteY26" fmla="*/ 1195207 h 2522814"/>
                <a:gd name="connsiteX27" fmla="*/ 498161 w 4353551"/>
                <a:gd name="connsiteY27" fmla="*/ 1236492 h 2522814"/>
                <a:gd name="connsiteX28" fmla="*/ 519613 w 4353551"/>
                <a:gd name="connsiteY28" fmla="*/ 1277566 h 2522814"/>
                <a:gd name="connsiteX29" fmla="*/ 542752 w 4353551"/>
                <a:gd name="connsiteY29" fmla="*/ 1317655 h 2522814"/>
                <a:gd name="connsiteX30" fmla="*/ 760148 w 4353551"/>
                <a:gd name="connsiteY30" fmla="*/ 1616777 h 2522814"/>
                <a:gd name="connsiteX31" fmla="*/ 1349319 w 4353551"/>
                <a:gd name="connsiteY31" fmla="*/ 2050725 h 2522814"/>
                <a:gd name="connsiteX32" fmla="*/ 1692258 w 4353551"/>
                <a:gd name="connsiteY32" fmla="*/ 2171978 h 2522814"/>
                <a:gd name="connsiteX33" fmla="*/ 1736427 w 4353551"/>
                <a:gd name="connsiteY33" fmla="*/ 2182247 h 2522814"/>
                <a:gd name="connsiteX34" fmla="*/ 1780595 w 4353551"/>
                <a:gd name="connsiteY34" fmla="*/ 2192093 h 2522814"/>
                <a:gd name="connsiteX35" fmla="*/ 1825045 w 4353551"/>
                <a:gd name="connsiteY35" fmla="*/ 2200392 h 2522814"/>
                <a:gd name="connsiteX36" fmla="*/ 1847270 w 4353551"/>
                <a:gd name="connsiteY36" fmla="*/ 2204542 h 2522814"/>
                <a:gd name="connsiteX37" fmla="*/ 1869565 w 4353551"/>
                <a:gd name="connsiteY37" fmla="*/ 2208269 h 2522814"/>
                <a:gd name="connsiteX38" fmla="*/ 1958958 w 4353551"/>
                <a:gd name="connsiteY38" fmla="*/ 2220788 h 2522814"/>
                <a:gd name="connsiteX39" fmla="*/ 2048630 w 4353551"/>
                <a:gd name="connsiteY39" fmla="*/ 2229299 h 2522814"/>
                <a:gd name="connsiteX40" fmla="*/ 2138515 w 4353551"/>
                <a:gd name="connsiteY40" fmla="*/ 2233729 h 2522814"/>
                <a:gd name="connsiteX41" fmla="*/ 2228400 w 4353551"/>
                <a:gd name="connsiteY41" fmla="*/ 2234644 h 2522814"/>
                <a:gd name="connsiteX42" fmla="*/ 2409434 w 4353551"/>
                <a:gd name="connsiteY42" fmla="*/ 2226836 h 2522814"/>
                <a:gd name="connsiteX43" fmla="*/ 2763626 w 4353551"/>
                <a:gd name="connsiteY43" fmla="*/ 2172189 h 2522814"/>
                <a:gd name="connsiteX44" fmla="*/ 3098969 w 4353551"/>
                <a:gd name="connsiteY44" fmla="*/ 2053750 h 2522814"/>
                <a:gd name="connsiteX45" fmla="*/ 3405757 w 4353551"/>
                <a:gd name="connsiteY45" fmla="*/ 1866174 h 2522814"/>
                <a:gd name="connsiteX46" fmla="*/ 3441697 w 4353551"/>
                <a:gd name="connsiteY46" fmla="*/ 1838182 h 2522814"/>
                <a:gd name="connsiteX47" fmla="*/ 3477355 w 4353551"/>
                <a:gd name="connsiteY47" fmla="*/ 1809627 h 2522814"/>
                <a:gd name="connsiteX48" fmla="*/ 3512240 w 4353551"/>
                <a:gd name="connsiteY48" fmla="*/ 1779947 h 2522814"/>
                <a:gd name="connsiteX49" fmla="*/ 3546632 w 4353551"/>
                <a:gd name="connsiteY49" fmla="*/ 1749705 h 2522814"/>
                <a:gd name="connsiteX50" fmla="*/ 3674004 w 4353551"/>
                <a:gd name="connsiteY50" fmla="*/ 1620013 h 2522814"/>
                <a:gd name="connsiteX51" fmla="*/ 3776056 w 4353551"/>
                <a:gd name="connsiteY51" fmla="*/ 1472174 h 2522814"/>
                <a:gd name="connsiteX52" fmla="*/ 3796522 w 4353551"/>
                <a:gd name="connsiteY52" fmla="*/ 1431733 h 2522814"/>
                <a:gd name="connsiteX53" fmla="*/ 3814456 w 4353551"/>
                <a:gd name="connsiteY53" fmla="*/ 1389745 h 2522814"/>
                <a:gd name="connsiteX54" fmla="*/ 3830984 w 4353551"/>
                <a:gd name="connsiteY54" fmla="*/ 1346772 h 2522814"/>
                <a:gd name="connsiteX55" fmla="*/ 3846246 w 4353551"/>
                <a:gd name="connsiteY55" fmla="*/ 1302956 h 2522814"/>
                <a:gd name="connsiteX56" fmla="*/ 3900402 w 4353551"/>
                <a:gd name="connsiteY56" fmla="*/ 1123258 h 2522814"/>
                <a:gd name="connsiteX57" fmla="*/ 3926918 w 4353551"/>
                <a:gd name="connsiteY57" fmla="*/ 1032670 h 2522814"/>
                <a:gd name="connsiteX58" fmla="*/ 3954206 w 4353551"/>
                <a:gd name="connsiteY58" fmla="*/ 942223 h 2522814"/>
                <a:gd name="connsiteX59" fmla="*/ 4074685 w 4353551"/>
                <a:gd name="connsiteY59" fmla="*/ 585076 h 2522814"/>
                <a:gd name="connsiteX60" fmla="*/ 4135310 w 4353551"/>
                <a:gd name="connsiteY60" fmla="*/ 219983 h 2522814"/>
                <a:gd name="connsiteX61" fmla="*/ 4114634 w 4353551"/>
                <a:gd name="connsiteY61" fmla="*/ 35994 h 2522814"/>
                <a:gd name="connsiteX62" fmla="*/ 4106672 w 4353551"/>
                <a:gd name="connsiteY62" fmla="*/ 0 h 2522814"/>
                <a:gd name="connsiteX63" fmla="*/ 4316568 w 4353551"/>
                <a:gd name="connsiteY63" fmla="*/ 0 h 2522814"/>
                <a:gd name="connsiteX64" fmla="*/ 4342312 w 4353551"/>
                <a:gd name="connsiteY64" fmla="*/ 168682 h 2522814"/>
                <a:gd name="connsiteX65" fmla="*/ 4353551 w 4353551"/>
                <a:gd name="connsiteY65" fmla="*/ 391242 h 2522814"/>
                <a:gd name="connsiteX66" fmla="*/ 2824077 w 4353551"/>
                <a:gd name="connsiteY66" fmla="*/ 2470152 h 2522814"/>
                <a:gd name="connsiteX67" fmla="*/ 2619271 w 4353551"/>
                <a:gd name="connsiteY67" fmla="*/ 2522814 h 2522814"/>
                <a:gd name="connsiteX68" fmla="*/ 1734280 w 4353551"/>
                <a:gd name="connsiteY68" fmla="*/ 2522814 h 2522814"/>
                <a:gd name="connsiteX69" fmla="*/ 1529475 w 4353551"/>
                <a:gd name="connsiteY69" fmla="*/ 2470152 h 2522814"/>
                <a:gd name="connsiteX70" fmla="*/ 0 w 4353551"/>
                <a:gd name="connsiteY70" fmla="*/ 391242 h 2522814"/>
                <a:gd name="connsiteX71" fmla="*/ 11239 w 4353551"/>
                <a:gd name="connsiteY71" fmla="*/ 168682 h 252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353551" h="2522814">
                  <a:moveTo>
                    <a:pt x="36983" y="0"/>
                  </a:moveTo>
                  <a:lnTo>
                    <a:pt x="370548" y="0"/>
                  </a:lnTo>
                  <a:lnTo>
                    <a:pt x="369138" y="2842"/>
                  </a:lnTo>
                  <a:cubicBezTo>
                    <a:pt x="357568" y="29436"/>
                    <a:pt x="347335" y="56637"/>
                    <a:pt x="338508" y="84383"/>
                  </a:cubicBezTo>
                  <a:cubicBezTo>
                    <a:pt x="320855" y="139875"/>
                    <a:pt x="309110" y="197688"/>
                    <a:pt x="302709" y="256626"/>
                  </a:cubicBezTo>
                  <a:lnTo>
                    <a:pt x="300389" y="278781"/>
                  </a:lnTo>
                  <a:lnTo>
                    <a:pt x="299052" y="301076"/>
                  </a:lnTo>
                  <a:lnTo>
                    <a:pt x="297645" y="323441"/>
                  </a:lnTo>
                  <a:cubicBezTo>
                    <a:pt x="297364" y="330968"/>
                    <a:pt x="297435" y="338704"/>
                    <a:pt x="297293" y="346299"/>
                  </a:cubicBezTo>
                  <a:lnTo>
                    <a:pt x="296731" y="392156"/>
                  </a:lnTo>
                  <a:lnTo>
                    <a:pt x="296450" y="415084"/>
                  </a:lnTo>
                  <a:lnTo>
                    <a:pt x="296309" y="426548"/>
                  </a:lnTo>
                  <a:lnTo>
                    <a:pt x="296731" y="438012"/>
                  </a:lnTo>
                  <a:cubicBezTo>
                    <a:pt x="298068" y="468606"/>
                    <a:pt x="298981" y="499201"/>
                    <a:pt x="300529" y="529866"/>
                  </a:cubicBezTo>
                  <a:lnTo>
                    <a:pt x="309250" y="621438"/>
                  </a:lnTo>
                  <a:cubicBezTo>
                    <a:pt x="313189" y="651892"/>
                    <a:pt x="318183" y="682205"/>
                    <a:pt x="322684" y="712589"/>
                  </a:cubicBezTo>
                  <a:lnTo>
                    <a:pt x="324442" y="723983"/>
                  </a:lnTo>
                  <a:lnTo>
                    <a:pt x="326763" y="735235"/>
                  </a:lnTo>
                  <a:lnTo>
                    <a:pt x="331405" y="757813"/>
                  </a:lnTo>
                  <a:lnTo>
                    <a:pt x="340689" y="803035"/>
                  </a:lnTo>
                  <a:cubicBezTo>
                    <a:pt x="354754" y="862888"/>
                    <a:pt x="370439" y="922600"/>
                    <a:pt x="390414" y="980905"/>
                  </a:cubicBezTo>
                  <a:lnTo>
                    <a:pt x="397517" y="1002919"/>
                  </a:lnTo>
                  <a:cubicBezTo>
                    <a:pt x="399838" y="1010234"/>
                    <a:pt x="402862" y="1017337"/>
                    <a:pt x="405535" y="1024582"/>
                  </a:cubicBezTo>
                  <a:lnTo>
                    <a:pt x="421922" y="1067836"/>
                  </a:lnTo>
                  <a:cubicBezTo>
                    <a:pt x="432261" y="1096953"/>
                    <a:pt x="445624" y="1124804"/>
                    <a:pt x="458002" y="1153078"/>
                  </a:cubicBezTo>
                  <a:lnTo>
                    <a:pt x="467427" y="1174247"/>
                  </a:lnTo>
                  <a:cubicBezTo>
                    <a:pt x="470451" y="1181352"/>
                    <a:pt x="473687" y="1188384"/>
                    <a:pt x="477273" y="1195207"/>
                  </a:cubicBezTo>
                  <a:lnTo>
                    <a:pt x="498161" y="1236492"/>
                  </a:lnTo>
                  <a:cubicBezTo>
                    <a:pt x="505336" y="1250207"/>
                    <a:pt x="512018" y="1264132"/>
                    <a:pt x="519613" y="1277566"/>
                  </a:cubicBezTo>
                  <a:lnTo>
                    <a:pt x="542752" y="1317655"/>
                  </a:lnTo>
                  <a:cubicBezTo>
                    <a:pt x="604504" y="1424630"/>
                    <a:pt x="677719" y="1524994"/>
                    <a:pt x="760148" y="1616777"/>
                  </a:cubicBezTo>
                  <a:cubicBezTo>
                    <a:pt x="924725" y="1800836"/>
                    <a:pt x="1127914" y="1948533"/>
                    <a:pt x="1349319" y="2050725"/>
                  </a:cubicBezTo>
                  <a:cubicBezTo>
                    <a:pt x="1460022" y="2101927"/>
                    <a:pt x="1574944" y="2142579"/>
                    <a:pt x="1692258" y="2171978"/>
                  </a:cubicBezTo>
                  <a:lnTo>
                    <a:pt x="1736427" y="2182247"/>
                  </a:lnTo>
                  <a:cubicBezTo>
                    <a:pt x="1751127" y="2185551"/>
                    <a:pt x="1765685" y="2189702"/>
                    <a:pt x="1780595" y="2192093"/>
                  </a:cubicBezTo>
                  <a:lnTo>
                    <a:pt x="1825045" y="2200392"/>
                  </a:lnTo>
                  <a:lnTo>
                    <a:pt x="1847270" y="2204542"/>
                  </a:lnTo>
                  <a:cubicBezTo>
                    <a:pt x="1854655" y="2205948"/>
                    <a:pt x="1862040" y="2207425"/>
                    <a:pt x="1869565" y="2208269"/>
                  </a:cubicBezTo>
                  <a:cubicBezTo>
                    <a:pt x="1899456" y="2212418"/>
                    <a:pt x="1929137" y="2216920"/>
                    <a:pt x="1958958" y="2220788"/>
                  </a:cubicBezTo>
                  <a:cubicBezTo>
                    <a:pt x="1988919" y="2223390"/>
                    <a:pt x="2018810" y="2226274"/>
                    <a:pt x="2048630" y="2229299"/>
                  </a:cubicBezTo>
                  <a:lnTo>
                    <a:pt x="2138515" y="2233729"/>
                  </a:lnTo>
                  <a:cubicBezTo>
                    <a:pt x="2168476" y="2234573"/>
                    <a:pt x="2198438" y="2234292"/>
                    <a:pt x="2228400" y="2234644"/>
                  </a:cubicBezTo>
                  <a:cubicBezTo>
                    <a:pt x="2288604" y="2233659"/>
                    <a:pt x="2349511" y="2231479"/>
                    <a:pt x="2409434" y="2226836"/>
                  </a:cubicBezTo>
                  <a:cubicBezTo>
                    <a:pt x="2529561" y="2217835"/>
                    <a:pt x="2648140" y="2200462"/>
                    <a:pt x="2763626" y="2172189"/>
                  </a:cubicBezTo>
                  <a:cubicBezTo>
                    <a:pt x="2879111" y="2143986"/>
                    <a:pt x="2991361" y="2104670"/>
                    <a:pt x="3098969" y="2053750"/>
                  </a:cubicBezTo>
                  <a:cubicBezTo>
                    <a:pt x="3206507" y="2002689"/>
                    <a:pt x="3308910" y="1939179"/>
                    <a:pt x="3405757" y="1866174"/>
                  </a:cubicBezTo>
                  <a:lnTo>
                    <a:pt x="3441697" y="1838182"/>
                  </a:lnTo>
                  <a:cubicBezTo>
                    <a:pt x="3453724" y="1828828"/>
                    <a:pt x="3465961" y="1819755"/>
                    <a:pt x="3477355" y="1809627"/>
                  </a:cubicBezTo>
                  <a:lnTo>
                    <a:pt x="3512240" y="1779947"/>
                  </a:lnTo>
                  <a:cubicBezTo>
                    <a:pt x="3523845" y="1769960"/>
                    <a:pt x="3535731" y="1760254"/>
                    <a:pt x="3546632" y="1749705"/>
                  </a:cubicBezTo>
                  <a:cubicBezTo>
                    <a:pt x="3591574" y="1708420"/>
                    <a:pt x="3635602" y="1666150"/>
                    <a:pt x="3674004" y="1620013"/>
                  </a:cubicBezTo>
                  <a:cubicBezTo>
                    <a:pt x="3713952" y="1574719"/>
                    <a:pt x="3747008" y="1524994"/>
                    <a:pt x="3776056" y="1472174"/>
                  </a:cubicBezTo>
                  <a:cubicBezTo>
                    <a:pt x="3782947" y="1458740"/>
                    <a:pt x="3789840" y="1445307"/>
                    <a:pt x="3796522" y="1431733"/>
                  </a:cubicBezTo>
                  <a:lnTo>
                    <a:pt x="3814456" y="1389745"/>
                  </a:lnTo>
                  <a:cubicBezTo>
                    <a:pt x="3820786" y="1375890"/>
                    <a:pt x="3825499" y="1361120"/>
                    <a:pt x="3830984" y="1346772"/>
                  </a:cubicBezTo>
                  <a:cubicBezTo>
                    <a:pt x="3836330" y="1332284"/>
                    <a:pt x="3841675" y="1317866"/>
                    <a:pt x="3846246" y="1302956"/>
                  </a:cubicBezTo>
                  <a:cubicBezTo>
                    <a:pt x="3865799" y="1244087"/>
                    <a:pt x="3883030" y="1183602"/>
                    <a:pt x="3900402" y="1123258"/>
                  </a:cubicBezTo>
                  <a:lnTo>
                    <a:pt x="3926918" y="1032670"/>
                  </a:lnTo>
                  <a:lnTo>
                    <a:pt x="3954206" y="942223"/>
                  </a:lnTo>
                  <a:cubicBezTo>
                    <a:pt x="3991271" y="821884"/>
                    <a:pt x="4032416" y="702953"/>
                    <a:pt x="4074685" y="585076"/>
                  </a:cubicBezTo>
                  <a:cubicBezTo>
                    <a:pt x="4117376" y="468255"/>
                    <a:pt x="4138265" y="343768"/>
                    <a:pt x="4135310" y="219983"/>
                  </a:cubicBezTo>
                  <a:cubicBezTo>
                    <a:pt x="4134044" y="158091"/>
                    <a:pt x="4126871" y="96480"/>
                    <a:pt x="4114634" y="35994"/>
                  </a:cubicBezTo>
                  <a:lnTo>
                    <a:pt x="4106672" y="0"/>
                  </a:lnTo>
                  <a:lnTo>
                    <a:pt x="4316568" y="0"/>
                  </a:lnTo>
                  <a:lnTo>
                    <a:pt x="4342312" y="168682"/>
                  </a:lnTo>
                  <a:cubicBezTo>
                    <a:pt x="4349744" y="241858"/>
                    <a:pt x="4353551" y="316105"/>
                    <a:pt x="4353551" y="391242"/>
                  </a:cubicBezTo>
                  <a:cubicBezTo>
                    <a:pt x="4353551" y="1368017"/>
                    <a:pt x="3710169" y="2194544"/>
                    <a:pt x="2824077" y="2470152"/>
                  </a:cubicBezTo>
                  <a:lnTo>
                    <a:pt x="2619271" y="2522814"/>
                  </a:lnTo>
                  <a:lnTo>
                    <a:pt x="1734280" y="2522814"/>
                  </a:lnTo>
                  <a:lnTo>
                    <a:pt x="1529475" y="2470152"/>
                  </a:lnTo>
                  <a:cubicBezTo>
                    <a:pt x="643383" y="2194544"/>
                    <a:pt x="0" y="1368017"/>
                    <a:pt x="0" y="391242"/>
                  </a:cubicBezTo>
                  <a:cubicBezTo>
                    <a:pt x="0" y="316105"/>
                    <a:pt x="3807" y="241858"/>
                    <a:pt x="11239" y="16868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331E35CB-5FA6-D700-DFE4-A7000B1F0F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4030787"/>
              </p:ext>
            </p:extLst>
          </p:nvPr>
        </p:nvGraphicFramePr>
        <p:xfrm>
          <a:off x="1289304" y="1758188"/>
          <a:ext cx="10107140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5EE3BE1-EF49-7FB5-3A65-C17C07154FF1}"/>
              </a:ext>
            </a:extLst>
          </p:cNvPr>
          <p:cNvSpPr txBox="1"/>
          <p:nvPr/>
        </p:nvSpPr>
        <p:spPr>
          <a:xfrm>
            <a:off x="7282468" y="396170"/>
            <a:ext cx="41578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Certificacion</a:t>
            </a:r>
            <a:r>
              <a:rPr lang="en-US" dirty="0"/>
              <a:t> </a:t>
            </a:r>
            <a:r>
              <a:rPr lang="en-US" dirty="0" err="1"/>
              <a:t>internacional</a:t>
            </a:r>
            <a:r>
              <a:rPr lang="en-US" dirty="0"/>
              <a:t> a </a:t>
            </a:r>
            <a:r>
              <a:rPr lang="en-US" dirty="0" err="1"/>
              <a:t>categorias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Rescue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RoverX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Challengue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0255B-B665-FC3E-8DDA-730429B47068}"/>
              </a:ext>
            </a:extLst>
          </p:cNvPr>
          <p:cNvSpPr txBox="1"/>
          <p:nvPr/>
        </p:nvSpPr>
        <p:spPr>
          <a:xfrm>
            <a:off x="9361370" y="2460696"/>
            <a:ext cx="2605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900" dirty="0"/>
              <a:t>Nov 2026</a:t>
            </a:r>
          </a:p>
          <a:p>
            <a:pPr lvl="1"/>
            <a:r>
              <a:rPr lang="en-US" sz="900" dirty="0" err="1"/>
              <a:t>Inscritos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1439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40AC2-D68E-F97F-9BEE-10941F140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Resultados Nov 2025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1A27-D451-ABBF-46A2-616E5C41F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3er Lugar RoverX</a:t>
            </a:r>
          </a:p>
        </p:txBody>
      </p:sp>
      <p:pic>
        <p:nvPicPr>
          <p:cNvPr id="5" name="Picture 4" descr="A group of people holding a sign&#10;&#10;AI-generated content may be incorrect.">
            <a:extLst>
              <a:ext uri="{FF2B5EF4-FFF2-40B4-BE49-F238E27FC236}">
                <a16:creationId xmlns:a16="http://schemas.microsoft.com/office/drawing/2014/main" id="{3B665C66-B94B-5149-7075-09AFD47AA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5226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947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8E10-3B15-77C8-5E4E-F19413443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/>
              <a:t>4o Lugar – Ultimate Challenge Winner</a:t>
            </a:r>
          </a:p>
        </p:txBody>
      </p:sp>
      <p:pic>
        <p:nvPicPr>
          <p:cNvPr id="5" name="Picture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76AA8066-15CD-70AC-EF50-EC6C04A00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9" r="664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52824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BF7982-C364-FF7E-DFEE-04B601AF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3109"/>
            <a:ext cx="10515600" cy="1325563"/>
          </a:xfrm>
        </p:spPr>
        <p:txBody>
          <a:bodyPr/>
          <a:lstStyle/>
          <a:p>
            <a:r>
              <a:rPr lang="es-ES" b="1" dirty="0"/>
              <a:t>Que necesitamos?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89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uilding Effective Teams and Teamwork - Making Teams">
            <a:extLst>
              <a:ext uri="{FF2B5EF4-FFF2-40B4-BE49-F238E27FC236}">
                <a16:creationId xmlns:a16="http://schemas.microsoft.com/office/drawing/2014/main" id="{6053DF2F-70B9-DD18-27B4-4C2B8DC1D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496" y="0"/>
            <a:ext cx="10433304" cy="66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363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n't reinvent the wheel | halfwheel">
            <a:extLst>
              <a:ext uri="{FF2B5EF4-FFF2-40B4-BE49-F238E27FC236}">
                <a16:creationId xmlns:a16="http://schemas.microsoft.com/office/drawing/2014/main" id="{8E4D0B64-AB7D-4668-9587-ECAA2C63D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84" y="190500"/>
            <a:ext cx="11430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446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2521</TotalTime>
  <Words>411</Words>
  <Application>Microsoft Office PowerPoint</Application>
  <PresentationFormat>Widescreen</PresentationFormat>
  <Paragraphs>63</Paragraphs>
  <Slides>13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Quienes somos? 👋</vt:lpstr>
      <vt:lpstr>MISION 👓</vt:lpstr>
      <vt:lpstr>VISION 🔭</vt:lpstr>
      <vt:lpstr>OBJETIVOS 🎯</vt:lpstr>
      <vt:lpstr>PowerPoint Presentation</vt:lpstr>
      <vt:lpstr>Integrantes 👥 </vt:lpstr>
      <vt:lpstr>Nuestra Historia y Progreso 📈</vt:lpstr>
      <vt:lpstr>Resultados Nov 2025</vt:lpstr>
      <vt:lpstr>PowerPoint Presentation</vt:lpstr>
      <vt:lpstr>Que necesitamos?</vt:lpstr>
      <vt:lpstr>PowerPoint Presentation</vt:lpstr>
      <vt:lpstr>PowerPoint Presentation</vt:lpstr>
    </vt:vector>
  </TitlesOfParts>
  <Company>Caterpillar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Martinez</dc:creator>
  <cp:lastModifiedBy>Julio Martinez</cp:lastModifiedBy>
  <cp:revision>175</cp:revision>
  <dcterms:created xsi:type="dcterms:W3CDTF">2025-08-17T23:40:09Z</dcterms:created>
  <dcterms:modified xsi:type="dcterms:W3CDTF">2026-07-15T13:48:14Z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5e2db6-eecf-4aa2-8fc3-174bf94bce19_Enabled">
    <vt:lpwstr>true</vt:lpwstr>
  </property>
  <property fmtid="{D5CDD505-2E9C-101B-9397-08002B2CF9AE}" pid="3" name="MSIP_Label_fb5e2db6-eecf-4aa2-8fc3-174bf94bce19_SetDate">
    <vt:lpwstr>2025-08-18T00:04:50Z</vt:lpwstr>
  </property>
  <property fmtid="{D5CDD505-2E9C-101B-9397-08002B2CF9AE}" pid="4" name="MSIP_Label_fb5e2db6-eecf-4aa2-8fc3-174bf94bce19_Method">
    <vt:lpwstr>Standard</vt:lpwstr>
  </property>
  <property fmtid="{D5CDD505-2E9C-101B-9397-08002B2CF9AE}" pid="5" name="MSIP_Label_fb5e2db6-eecf-4aa2-8fc3-174bf94bce19_Name">
    <vt:lpwstr>fb5e2db6-eecf-4aa2-8fc3-174bf94bce19</vt:lpwstr>
  </property>
  <property fmtid="{D5CDD505-2E9C-101B-9397-08002B2CF9AE}" pid="6" name="MSIP_Label_fb5e2db6-eecf-4aa2-8fc3-174bf94bce19_SiteId">
    <vt:lpwstr>ceb177bf-013b-49ab-8a9c-4abce32afc1e</vt:lpwstr>
  </property>
  <property fmtid="{D5CDD505-2E9C-101B-9397-08002B2CF9AE}" pid="7" name="MSIP_Label_fb5e2db6-eecf-4aa2-8fc3-174bf94bce19_ActionId">
    <vt:lpwstr>ea967d8d-8c76-4e99-84c8-01716168a45c</vt:lpwstr>
  </property>
  <property fmtid="{D5CDD505-2E9C-101B-9397-08002B2CF9AE}" pid="8" name="MSIP_Label_fb5e2db6-eecf-4aa2-8fc3-174bf94bce19_ContentBits">
    <vt:lpwstr>2</vt:lpwstr>
  </property>
  <property fmtid="{D5CDD505-2E9C-101B-9397-08002B2CF9AE}" pid="9" name="MSIP_Label_fb5e2db6-eecf-4aa2-8fc3-174bf94bce19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Caterpillar: Confidential Green</vt:lpwstr>
  </property>
</Properties>
</file>